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1"/>
  </p:notesMasterIdLst>
  <p:sldIdLst>
    <p:sldId id="257" r:id="rId2"/>
    <p:sldId id="261" r:id="rId3"/>
    <p:sldId id="281" r:id="rId4"/>
    <p:sldId id="282" r:id="rId5"/>
    <p:sldId id="283" r:id="rId6"/>
    <p:sldId id="338" r:id="rId7"/>
    <p:sldId id="335" r:id="rId8"/>
    <p:sldId id="318" r:id="rId9"/>
    <p:sldId id="323" r:id="rId10"/>
    <p:sldId id="324" r:id="rId11"/>
    <p:sldId id="325" r:id="rId12"/>
    <p:sldId id="322" r:id="rId13"/>
    <p:sldId id="326" r:id="rId14"/>
    <p:sldId id="327" r:id="rId15"/>
    <p:sldId id="328" r:id="rId16"/>
    <p:sldId id="329" r:id="rId17"/>
    <p:sldId id="337" r:id="rId18"/>
    <p:sldId id="333" r:id="rId19"/>
    <p:sldId id="33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9AF57"/>
    <a:srgbClr val="D9BE66"/>
    <a:srgbClr val="00ADEF"/>
    <a:srgbClr val="FFE07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20478D-870D-C7F3-3F10-EA2E51853566}" v="6" dt="2025-11-05T20:39:47.316"/>
    <p1510:client id="{C75D87FE-530E-B7A0-4DDD-92E72749A7D8}" v="5" dt="2025-11-04T19:50:18.940"/>
    <p1510:client id="{C8978DAF-AF9E-D54F-BF9A-D0C1FBD461BC}" v="27" dt="2025-11-04T18:55:55.5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hstrom, Ashley M" userId="S::ako5205@psu.edu::4f88fe67-ac03-416d-92de-6534781b262e" providerId="AD" clId="Web-{C75D87FE-530E-B7A0-4DDD-92E72749A7D8}"/>
    <pc:docChg chg="modSld">
      <pc:chgData name="Ohstrom, Ashley M" userId="S::ako5205@psu.edu::4f88fe67-ac03-416d-92de-6534781b262e" providerId="AD" clId="Web-{C75D87FE-530E-B7A0-4DDD-92E72749A7D8}" dt="2025-11-04T19:50:18.940" v="1" actId="14100"/>
      <pc:docMkLst>
        <pc:docMk/>
      </pc:docMkLst>
      <pc:sldChg chg="modSp">
        <pc:chgData name="Ohstrom, Ashley M" userId="S::ako5205@psu.edu::4f88fe67-ac03-416d-92de-6534781b262e" providerId="AD" clId="Web-{C75D87FE-530E-B7A0-4DDD-92E72749A7D8}" dt="2025-11-04T19:50:18.940" v="1" actId="14100"/>
        <pc:sldMkLst>
          <pc:docMk/>
          <pc:sldMk cId="1111692166" sldId="337"/>
        </pc:sldMkLst>
        <pc:spChg chg="mod">
          <ac:chgData name="Ohstrom, Ashley M" userId="S::ako5205@psu.edu::4f88fe67-ac03-416d-92de-6534781b262e" providerId="AD" clId="Web-{C75D87FE-530E-B7A0-4DDD-92E72749A7D8}" dt="2025-11-04T19:50:18.940" v="1" actId="14100"/>
          <ac:spMkLst>
            <pc:docMk/>
            <pc:sldMk cId="1111692166" sldId="337"/>
            <ac:spMk id="4" creationId="{1FAA2A04-370F-2310-ECBD-DB1108121093}"/>
          </ac:spMkLst>
        </pc:spChg>
      </pc:sldChg>
    </pc:docChg>
  </pc:docChgLst>
  <pc:docChgLst>
    <pc:chgData name="Ohstrom, Ashley M" userId="S::ako5205@psu.edu::4f88fe67-ac03-416d-92de-6534781b262e" providerId="AD" clId="Web-{A420478D-870D-C7F3-3F10-EA2E51853566}"/>
    <pc:docChg chg="modSld">
      <pc:chgData name="Ohstrom, Ashley M" userId="S::ako5205@psu.edu::4f88fe67-ac03-416d-92de-6534781b262e" providerId="AD" clId="Web-{A420478D-870D-C7F3-3F10-EA2E51853566}" dt="2025-11-05T20:39:47.316" v="4" actId="1076"/>
      <pc:docMkLst>
        <pc:docMk/>
      </pc:docMkLst>
      <pc:sldChg chg="addSp delSp modSp">
        <pc:chgData name="Ohstrom, Ashley M" userId="S::ako5205@psu.edu::4f88fe67-ac03-416d-92de-6534781b262e" providerId="AD" clId="Web-{A420478D-870D-C7F3-3F10-EA2E51853566}" dt="2025-11-05T20:39:47.316" v="4" actId="1076"/>
        <pc:sldMkLst>
          <pc:docMk/>
          <pc:sldMk cId="1111692166" sldId="337"/>
        </pc:sldMkLst>
        <pc:spChg chg="del">
          <ac:chgData name="Ohstrom, Ashley M" userId="S::ako5205@psu.edu::4f88fe67-ac03-416d-92de-6534781b262e" providerId="AD" clId="Web-{A420478D-870D-C7F3-3F10-EA2E51853566}" dt="2025-11-05T20:39:36.910" v="0"/>
          <ac:spMkLst>
            <pc:docMk/>
            <pc:sldMk cId="1111692166" sldId="337"/>
            <ac:spMk id="3" creationId="{0154D6B7-25C2-E6F4-E7FE-0EBC8113225D}"/>
          </ac:spMkLst>
        </pc:spChg>
        <pc:picChg chg="add mod ord">
          <ac:chgData name="Ohstrom, Ashley M" userId="S::ako5205@psu.edu::4f88fe67-ac03-416d-92de-6534781b262e" providerId="AD" clId="Web-{A420478D-870D-C7F3-3F10-EA2E51853566}" dt="2025-11-05T20:39:47.316" v="4" actId="1076"/>
          <ac:picMkLst>
            <pc:docMk/>
            <pc:sldMk cId="1111692166" sldId="337"/>
            <ac:picMk id="5" creationId="{74FCB8F2-0E4B-B195-739E-526E23BC673C}"/>
          </ac:picMkLst>
        </pc:picChg>
      </pc:sldChg>
    </pc:docChg>
  </pc:docChgLst>
  <pc:docChgLst>
    <pc:chgData name="Vompe, Alex" userId="S::azv5523@psu.edu::98267481-0700-4d6e-8176-7f2999981d60" providerId="AD" clId="Web-{A8C59912-47D4-15AD-065E-5FA09F43F89C}"/>
    <pc:docChg chg="addSld modSld">
      <pc:chgData name="Vompe, Alex" userId="S::azv5523@psu.edu::98267481-0700-4d6e-8176-7f2999981d60" providerId="AD" clId="Web-{A8C59912-47D4-15AD-065E-5FA09F43F89C}" dt="2025-10-31T13:46:15.340" v="24" actId="1076"/>
      <pc:docMkLst>
        <pc:docMk/>
      </pc:docMkLst>
      <pc:sldChg chg="addSp delSp modSp new">
        <pc:chgData name="Vompe, Alex" userId="S::azv5523@psu.edu::98267481-0700-4d6e-8176-7f2999981d60" providerId="AD" clId="Web-{A8C59912-47D4-15AD-065E-5FA09F43F89C}" dt="2025-10-31T13:46:15.340" v="24" actId="1076"/>
        <pc:sldMkLst>
          <pc:docMk/>
          <pc:sldMk cId="1280379737" sldId="334"/>
        </pc:sldMkLst>
        <pc:spChg chg="mod">
          <ac:chgData name="Vompe, Alex" userId="S::azv5523@psu.edu::98267481-0700-4d6e-8176-7f2999981d60" providerId="AD" clId="Web-{A8C59912-47D4-15AD-065E-5FA09F43F89C}" dt="2025-10-31T13:42:58.673" v="13" actId="1076"/>
          <ac:spMkLst>
            <pc:docMk/>
            <pc:sldMk cId="1280379737" sldId="334"/>
            <ac:spMk id="2" creationId="{36EAEAB6-A334-7610-F83D-1BC5C89867F3}"/>
          </ac:spMkLst>
        </pc:spChg>
        <pc:picChg chg="add mod">
          <ac:chgData name="Vompe, Alex" userId="S::azv5523@psu.edu::98267481-0700-4d6e-8176-7f2999981d60" providerId="AD" clId="Web-{A8C59912-47D4-15AD-065E-5FA09F43F89C}" dt="2025-10-31T13:45:04.102" v="19" actId="1076"/>
          <ac:picMkLst>
            <pc:docMk/>
            <pc:sldMk cId="1280379737" sldId="334"/>
            <ac:picMk id="4" creationId="{D116C918-500E-7147-6DCD-697EF448C58F}"/>
          </ac:picMkLst>
        </pc:picChg>
        <pc:picChg chg="add mod">
          <ac:chgData name="Vompe, Alex" userId="S::azv5523@psu.edu::98267481-0700-4d6e-8176-7f2999981d60" providerId="AD" clId="Web-{A8C59912-47D4-15AD-065E-5FA09F43F89C}" dt="2025-10-31T13:46:15.340" v="24" actId="1076"/>
          <ac:picMkLst>
            <pc:docMk/>
            <pc:sldMk cId="1280379737" sldId="334"/>
            <ac:picMk id="5" creationId="{28D5A358-232A-5147-DFD0-6B3A78AEB5CF}"/>
          </ac:picMkLst>
        </pc:picChg>
      </pc:sldChg>
    </pc:docChg>
  </pc:docChgLst>
  <pc:docChgLst>
    <pc:chgData name="Ohstrom, Ashley M" userId="4f88fe67-ac03-416d-92de-6534781b262e" providerId="ADAL" clId="{C8815486-481A-541E-A54B-E2100228EBE0}"/>
    <pc:docChg chg="undo custSel addSld delSld modSld sldOrd">
      <pc:chgData name="Ohstrom, Ashley M" userId="4f88fe67-ac03-416d-92de-6534781b262e" providerId="ADAL" clId="{C8815486-481A-541E-A54B-E2100228EBE0}" dt="2025-11-04T18:56:44.813" v="3282" actId="20577"/>
      <pc:docMkLst>
        <pc:docMk/>
      </pc:docMkLst>
      <pc:sldChg chg="modSp">
        <pc:chgData name="Ohstrom, Ashley M" userId="4f88fe67-ac03-416d-92de-6534781b262e" providerId="ADAL" clId="{C8815486-481A-541E-A54B-E2100228EBE0}" dt="2025-10-22T15:31:38.528" v="240" actId="20577"/>
        <pc:sldMkLst>
          <pc:docMk/>
          <pc:sldMk cId="1029621176" sldId="261"/>
        </pc:sldMkLst>
        <pc:graphicFrameChg chg="mod">
          <ac:chgData name="Ohstrom, Ashley M" userId="4f88fe67-ac03-416d-92de-6534781b262e" providerId="ADAL" clId="{C8815486-481A-541E-A54B-E2100228EBE0}" dt="2025-10-22T15:31:38.528" v="240" actId="20577"/>
          <ac:graphicFrameMkLst>
            <pc:docMk/>
            <pc:sldMk cId="1029621176" sldId="261"/>
            <ac:graphicFrameMk id="5" creationId="{45168BC8-92F2-6D02-F006-3DF289FEF1F7}"/>
          </ac:graphicFrameMkLst>
        </pc:graphicFrameChg>
      </pc:sldChg>
      <pc:sldChg chg="modSp new mod ord">
        <pc:chgData name="Ohstrom, Ashley M" userId="4f88fe67-ac03-416d-92de-6534781b262e" providerId="ADAL" clId="{C8815486-481A-541E-A54B-E2100228EBE0}" dt="2025-11-04T18:56:44.813" v="3282" actId="20577"/>
        <pc:sldMkLst>
          <pc:docMk/>
          <pc:sldMk cId="1457242559" sldId="283"/>
        </pc:sldMkLst>
        <pc:spChg chg="mod">
          <ac:chgData name="Ohstrom, Ashley M" userId="4f88fe67-ac03-416d-92de-6534781b262e" providerId="ADAL" clId="{C8815486-481A-541E-A54B-E2100228EBE0}" dt="2025-10-22T15:30:16.664" v="16" actId="20577"/>
          <ac:spMkLst>
            <pc:docMk/>
            <pc:sldMk cId="1457242559" sldId="283"/>
            <ac:spMk id="2" creationId="{A3D0DA3E-2757-B5CB-1C3D-0E4D21CC7CD0}"/>
          </ac:spMkLst>
        </pc:spChg>
        <pc:spChg chg="mod">
          <ac:chgData name="Ohstrom, Ashley M" userId="4f88fe67-ac03-416d-92de-6534781b262e" providerId="ADAL" clId="{C8815486-481A-541E-A54B-E2100228EBE0}" dt="2025-11-04T18:56:44.813" v="3282" actId="20577"/>
          <ac:spMkLst>
            <pc:docMk/>
            <pc:sldMk cId="1457242559" sldId="283"/>
            <ac:spMk id="3" creationId="{A44CD8C4-3D06-3479-F993-92CECB21C6B7}"/>
          </ac:spMkLst>
        </pc:spChg>
      </pc:sldChg>
      <pc:sldChg chg="addSp delSp modSp add mod">
        <pc:chgData name="Ohstrom, Ashley M" userId="4f88fe67-ac03-416d-92de-6534781b262e" providerId="ADAL" clId="{C8815486-481A-541E-A54B-E2100228EBE0}" dt="2025-11-04T14:38:37.880" v="3220" actId="20577"/>
        <pc:sldMkLst>
          <pc:docMk/>
          <pc:sldMk cId="379183791" sldId="318"/>
        </pc:sldMkLst>
        <pc:spChg chg="add del mod">
          <ac:chgData name="Ohstrom, Ashley M" userId="4f88fe67-ac03-416d-92de-6534781b262e" providerId="ADAL" clId="{C8815486-481A-541E-A54B-E2100228EBE0}" dt="2025-11-04T14:37:08.416" v="3183" actId="478"/>
          <ac:spMkLst>
            <pc:docMk/>
            <pc:sldMk cId="379183791" sldId="318"/>
            <ac:spMk id="4" creationId="{C38A03D9-1B2F-96BB-D5EC-64AC8EC4AF6C}"/>
          </ac:spMkLst>
        </pc:spChg>
        <pc:spChg chg="add mod">
          <ac:chgData name="Ohstrom, Ashley M" userId="4f88fe67-ac03-416d-92de-6534781b262e" providerId="ADAL" clId="{C8815486-481A-541E-A54B-E2100228EBE0}" dt="2025-11-04T14:38:37.880" v="3220" actId="20577"/>
          <ac:spMkLst>
            <pc:docMk/>
            <pc:sldMk cId="379183791" sldId="318"/>
            <ac:spMk id="5" creationId="{A68A8C05-D005-4505-275B-255900DC9F1C}"/>
          </ac:spMkLst>
        </pc:spChg>
        <pc:spChg chg="mod">
          <ac:chgData name="Ohstrom, Ashley M" userId="4f88fe67-ac03-416d-92de-6534781b262e" providerId="ADAL" clId="{C8815486-481A-541E-A54B-E2100228EBE0}" dt="2025-10-22T15:36:45.592" v="447" actId="113"/>
          <ac:spMkLst>
            <pc:docMk/>
            <pc:sldMk cId="379183791" sldId="318"/>
            <ac:spMk id="6" creationId="{4CF8BE99-42CA-96FD-FAA9-623339071842}"/>
          </ac:spMkLst>
        </pc:spChg>
        <pc:picChg chg="add mod modCrop">
          <ac:chgData name="Ohstrom, Ashley M" userId="4f88fe67-ac03-416d-92de-6534781b262e" providerId="ADAL" clId="{C8815486-481A-541E-A54B-E2100228EBE0}" dt="2025-10-22T15:38:58.659" v="480" actId="732"/>
          <ac:picMkLst>
            <pc:docMk/>
            <pc:sldMk cId="379183791" sldId="318"/>
            <ac:picMk id="15" creationId="{D1D67A6D-9CE7-F4AA-F5E7-FFC3DCDA6E88}"/>
          </ac:picMkLst>
        </pc:picChg>
        <pc:picChg chg="add mod">
          <ac:chgData name="Ohstrom, Ashley M" userId="4f88fe67-ac03-416d-92de-6534781b262e" providerId="ADAL" clId="{C8815486-481A-541E-A54B-E2100228EBE0}" dt="2025-10-22T15:39:44.195" v="497" actId="1076"/>
          <ac:picMkLst>
            <pc:docMk/>
            <pc:sldMk cId="379183791" sldId="318"/>
            <ac:picMk id="18" creationId="{268517F2-A1DA-2F83-DEF1-E9EF40ACAA32}"/>
          </ac:picMkLst>
        </pc:picChg>
        <pc:picChg chg="add mod">
          <ac:chgData name="Ohstrom, Ashley M" userId="4f88fe67-ac03-416d-92de-6534781b262e" providerId="ADAL" clId="{C8815486-481A-541E-A54B-E2100228EBE0}" dt="2025-10-22T15:39:36.507" v="494" actId="1076"/>
          <ac:picMkLst>
            <pc:docMk/>
            <pc:sldMk cId="379183791" sldId="318"/>
            <ac:picMk id="19" creationId="{3630C148-0C1B-E2C2-ABFF-29EC43F97AF7}"/>
          </ac:picMkLst>
        </pc:picChg>
        <pc:picChg chg="add mod">
          <ac:chgData name="Ohstrom, Ashley M" userId="4f88fe67-ac03-416d-92de-6534781b262e" providerId="ADAL" clId="{C8815486-481A-541E-A54B-E2100228EBE0}" dt="2025-10-22T15:39:40.799" v="496" actId="1076"/>
          <ac:picMkLst>
            <pc:docMk/>
            <pc:sldMk cId="379183791" sldId="318"/>
            <ac:picMk id="20" creationId="{B279FAB5-DE14-EBA3-BF22-8A6D8A00B66D}"/>
          </ac:picMkLst>
        </pc:picChg>
      </pc:sldChg>
      <pc:sldChg chg="addSp delSp modSp add mod">
        <pc:chgData name="Ohstrom, Ashley M" userId="4f88fe67-ac03-416d-92de-6534781b262e" providerId="ADAL" clId="{C8815486-481A-541E-A54B-E2100228EBE0}" dt="2025-11-04T14:38:48.179" v="3228" actId="20577"/>
        <pc:sldMkLst>
          <pc:docMk/>
          <pc:sldMk cId="4089087711" sldId="322"/>
        </pc:sldMkLst>
        <pc:spChg chg="add mod">
          <ac:chgData name="Ohstrom, Ashley M" userId="4f88fe67-ac03-416d-92de-6534781b262e" providerId="ADAL" clId="{C8815486-481A-541E-A54B-E2100228EBE0}" dt="2025-11-04T14:38:48.179" v="3228" actId="20577"/>
          <ac:spMkLst>
            <pc:docMk/>
            <pc:sldMk cId="4089087711" sldId="322"/>
            <ac:spMk id="4" creationId="{4A5567F0-BC9C-ED45-FF0B-F0CD848A87C4}"/>
          </ac:spMkLst>
        </pc:spChg>
        <pc:picChg chg="add mod">
          <ac:chgData name="Ohstrom, Ashley M" userId="4f88fe67-ac03-416d-92de-6534781b262e" providerId="ADAL" clId="{C8815486-481A-541E-A54B-E2100228EBE0}" dt="2025-10-22T15:49:56.538" v="2074"/>
          <ac:picMkLst>
            <pc:docMk/>
            <pc:sldMk cId="4089087711" sldId="322"/>
            <ac:picMk id="3" creationId="{2C28481E-C0FE-8B13-8154-C84F984FEDC6}"/>
          </ac:picMkLst>
        </pc:picChg>
      </pc:sldChg>
      <pc:sldChg chg="addSp delSp modSp add mod">
        <pc:chgData name="Ohstrom, Ashley M" userId="4f88fe67-ac03-416d-92de-6534781b262e" providerId="ADAL" clId="{C8815486-481A-541E-A54B-E2100228EBE0}" dt="2025-11-04T14:38:41.551" v="3222" actId="20577"/>
        <pc:sldMkLst>
          <pc:docMk/>
          <pc:sldMk cId="2139572492" sldId="323"/>
        </pc:sldMkLst>
        <pc:spChg chg="mod">
          <ac:chgData name="Ohstrom, Ashley M" userId="4f88fe67-ac03-416d-92de-6534781b262e" providerId="ADAL" clId="{C8815486-481A-541E-A54B-E2100228EBE0}" dt="2025-10-22T15:49:30.618" v="2061" actId="20577"/>
          <ac:spMkLst>
            <pc:docMk/>
            <pc:sldMk cId="2139572492" sldId="323"/>
            <ac:spMk id="2" creationId="{C3E66B4A-88B8-2BA5-C4EF-73E0F9C1114D}"/>
          </ac:spMkLst>
        </pc:spChg>
        <pc:spChg chg="add mod">
          <ac:chgData name="Ohstrom, Ashley M" userId="4f88fe67-ac03-416d-92de-6534781b262e" providerId="ADAL" clId="{C8815486-481A-541E-A54B-E2100228EBE0}" dt="2025-11-04T14:38:41.551" v="3222" actId="20577"/>
          <ac:spMkLst>
            <pc:docMk/>
            <pc:sldMk cId="2139572492" sldId="323"/>
            <ac:spMk id="3" creationId="{3D36C033-EF4E-FD26-5623-48C743E7DF3A}"/>
          </ac:spMkLst>
        </pc:spChg>
        <pc:spChg chg="mod">
          <ac:chgData name="Ohstrom, Ashley M" userId="4f88fe67-ac03-416d-92de-6534781b262e" providerId="ADAL" clId="{C8815486-481A-541E-A54B-E2100228EBE0}" dt="2025-10-22T15:42:50.233" v="1105" actId="1076"/>
          <ac:spMkLst>
            <pc:docMk/>
            <pc:sldMk cId="2139572492" sldId="323"/>
            <ac:spMk id="6" creationId="{C7A2B168-E14C-66FB-0072-0CBD47132840}"/>
          </ac:spMkLst>
        </pc:spChg>
        <pc:picChg chg="add mod">
          <ac:chgData name="Ohstrom, Ashley M" userId="4f88fe67-ac03-416d-92de-6534781b262e" providerId="ADAL" clId="{C8815486-481A-541E-A54B-E2100228EBE0}" dt="2025-10-22T15:49:26.402" v="2035"/>
          <ac:picMkLst>
            <pc:docMk/>
            <pc:sldMk cId="2139572492" sldId="323"/>
            <ac:picMk id="4" creationId="{72AD8750-C1FE-417D-FC93-5E19F3B6A8AA}"/>
          </ac:picMkLst>
        </pc:picChg>
        <pc:picChg chg="add mod">
          <ac:chgData name="Ohstrom, Ashley M" userId="4f88fe67-ac03-416d-92de-6534781b262e" providerId="ADAL" clId="{C8815486-481A-541E-A54B-E2100228EBE0}" dt="2025-10-22T15:42:48.174" v="1103" actId="1076"/>
          <ac:picMkLst>
            <pc:docMk/>
            <pc:sldMk cId="2139572492" sldId="323"/>
            <ac:picMk id="3074" creationId="{D9420FFA-A615-9EF2-DF92-AE8785FB304E}"/>
          </ac:picMkLst>
        </pc:picChg>
      </pc:sldChg>
      <pc:sldChg chg="addSp delSp modSp add mod">
        <pc:chgData name="Ohstrom, Ashley M" userId="4f88fe67-ac03-416d-92de-6534781b262e" providerId="ADAL" clId="{C8815486-481A-541E-A54B-E2100228EBE0}" dt="2025-11-04T14:38:43.802" v="3224" actId="20577"/>
        <pc:sldMkLst>
          <pc:docMk/>
          <pc:sldMk cId="634602419" sldId="324"/>
        </pc:sldMkLst>
        <pc:spChg chg="mod">
          <ac:chgData name="Ohstrom, Ashley M" userId="4f88fe67-ac03-416d-92de-6534781b262e" providerId="ADAL" clId="{C8815486-481A-541E-A54B-E2100228EBE0}" dt="2025-10-22T15:49:16.482" v="2029" actId="20577"/>
          <ac:spMkLst>
            <pc:docMk/>
            <pc:sldMk cId="634602419" sldId="324"/>
            <ac:spMk id="2" creationId="{7EBA4F00-5DA5-9D29-C9CD-17B849080D07}"/>
          </ac:spMkLst>
        </pc:spChg>
        <pc:spChg chg="add mod">
          <ac:chgData name="Ohstrom, Ashley M" userId="4f88fe67-ac03-416d-92de-6534781b262e" providerId="ADAL" clId="{C8815486-481A-541E-A54B-E2100228EBE0}" dt="2025-11-04T14:38:43.802" v="3224" actId="20577"/>
          <ac:spMkLst>
            <pc:docMk/>
            <pc:sldMk cId="634602419" sldId="324"/>
            <ac:spMk id="3" creationId="{2606E291-0AEF-15D3-768D-7BCFD5542F07}"/>
          </ac:spMkLst>
        </pc:spChg>
        <pc:spChg chg="mod">
          <ac:chgData name="Ohstrom, Ashley M" userId="4f88fe67-ac03-416d-92de-6534781b262e" providerId="ADAL" clId="{C8815486-481A-541E-A54B-E2100228EBE0}" dt="2025-10-22T15:44:52.474" v="1141" actId="20577"/>
          <ac:spMkLst>
            <pc:docMk/>
            <pc:sldMk cId="634602419" sldId="324"/>
            <ac:spMk id="6" creationId="{4C0B7CDD-C42E-F5E1-2B91-44DC9C6DA4B9}"/>
          </ac:spMkLst>
        </pc:spChg>
        <pc:picChg chg="add mod">
          <ac:chgData name="Ohstrom, Ashley M" userId="4f88fe67-ac03-416d-92de-6534781b262e" providerId="ADAL" clId="{C8815486-481A-541E-A54B-E2100228EBE0}" dt="2025-10-22T15:49:20.892" v="2031" actId="1076"/>
          <ac:picMkLst>
            <pc:docMk/>
            <pc:sldMk cId="634602419" sldId="324"/>
            <ac:picMk id="5" creationId="{E9657C99-6CDB-548C-66B1-F99F62D5E35E}"/>
          </ac:picMkLst>
        </pc:picChg>
        <pc:picChg chg="add mod">
          <ac:chgData name="Ohstrom, Ashley M" userId="4f88fe67-ac03-416d-92de-6534781b262e" providerId="ADAL" clId="{C8815486-481A-541E-A54B-E2100228EBE0}" dt="2025-10-22T15:43:17.753" v="1113" actId="1076"/>
          <ac:picMkLst>
            <pc:docMk/>
            <pc:sldMk cId="634602419" sldId="324"/>
            <ac:picMk id="4098" creationId="{6C4672AC-B5AF-4252-934A-A636510A887B}"/>
          </ac:picMkLst>
        </pc:picChg>
      </pc:sldChg>
      <pc:sldChg chg="addSp delSp modSp add mod">
        <pc:chgData name="Ohstrom, Ashley M" userId="4f88fe67-ac03-416d-92de-6534781b262e" providerId="ADAL" clId="{C8815486-481A-541E-A54B-E2100228EBE0}" dt="2025-11-04T14:38:46.009" v="3226" actId="20577"/>
        <pc:sldMkLst>
          <pc:docMk/>
          <pc:sldMk cId="437707326" sldId="325"/>
        </pc:sldMkLst>
        <pc:spChg chg="mod">
          <ac:chgData name="Ohstrom, Ashley M" userId="4f88fe67-ac03-416d-92de-6534781b262e" providerId="ADAL" clId="{C8815486-481A-541E-A54B-E2100228EBE0}" dt="2025-10-22T15:49:04.824" v="2001" actId="20577"/>
          <ac:spMkLst>
            <pc:docMk/>
            <pc:sldMk cId="437707326" sldId="325"/>
            <ac:spMk id="2" creationId="{38DCBEEE-FCE5-32F3-E728-6AB4D71E312D}"/>
          </ac:spMkLst>
        </pc:spChg>
        <pc:spChg chg="add mod">
          <ac:chgData name="Ohstrom, Ashley M" userId="4f88fe67-ac03-416d-92de-6534781b262e" providerId="ADAL" clId="{C8815486-481A-541E-A54B-E2100228EBE0}" dt="2025-11-04T14:38:46.009" v="3226" actId="20577"/>
          <ac:spMkLst>
            <pc:docMk/>
            <pc:sldMk cId="437707326" sldId="325"/>
            <ac:spMk id="3" creationId="{B9A264E7-C100-8561-714E-4B550F5F4B00}"/>
          </ac:spMkLst>
        </pc:spChg>
        <pc:spChg chg="mod">
          <ac:chgData name="Ohstrom, Ashley M" userId="4f88fe67-ac03-416d-92de-6534781b262e" providerId="ADAL" clId="{C8815486-481A-541E-A54B-E2100228EBE0}" dt="2025-10-22T15:49:06.018" v="2002" actId="20577"/>
          <ac:spMkLst>
            <pc:docMk/>
            <pc:sldMk cId="437707326" sldId="325"/>
            <ac:spMk id="6" creationId="{48FEB548-4B04-B4D2-D878-53FC857C06DB}"/>
          </ac:spMkLst>
        </pc:spChg>
        <pc:picChg chg="add mod">
          <ac:chgData name="Ohstrom, Ashley M" userId="4f88fe67-ac03-416d-92de-6534781b262e" providerId="ADAL" clId="{C8815486-481A-541E-A54B-E2100228EBE0}" dt="2025-10-22T15:49:23.251" v="2033"/>
          <ac:picMkLst>
            <pc:docMk/>
            <pc:sldMk cId="437707326" sldId="325"/>
            <ac:picMk id="4" creationId="{6F5A419F-ACCA-2665-01D8-5428A2F313D4}"/>
          </ac:picMkLst>
        </pc:picChg>
        <pc:picChg chg="add mod">
          <ac:chgData name="Ohstrom, Ashley M" userId="4f88fe67-ac03-416d-92de-6534781b262e" providerId="ADAL" clId="{C8815486-481A-541E-A54B-E2100228EBE0}" dt="2025-10-22T15:46:16.451" v="1335" actId="1076"/>
          <ac:picMkLst>
            <pc:docMk/>
            <pc:sldMk cId="437707326" sldId="325"/>
            <ac:picMk id="5122" creationId="{0C56C818-DCEF-4F4F-2E5C-8ECC7B1FFA3A}"/>
          </ac:picMkLst>
        </pc:picChg>
      </pc:sldChg>
      <pc:sldChg chg="addSp delSp modSp add mod">
        <pc:chgData name="Ohstrom, Ashley M" userId="4f88fe67-ac03-416d-92de-6534781b262e" providerId="ADAL" clId="{C8815486-481A-541E-A54B-E2100228EBE0}" dt="2025-11-04T14:38:50.414" v="3230" actId="20577"/>
        <pc:sldMkLst>
          <pc:docMk/>
          <pc:sldMk cId="3543749212" sldId="326"/>
        </pc:sldMkLst>
        <pc:spChg chg="mod">
          <ac:chgData name="Ohstrom, Ashley M" userId="4f88fe67-ac03-416d-92de-6534781b262e" providerId="ADAL" clId="{C8815486-481A-541E-A54B-E2100228EBE0}" dt="2025-10-22T15:49:51.877" v="2073" actId="20577"/>
          <ac:spMkLst>
            <pc:docMk/>
            <pc:sldMk cId="3543749212" sldId="326"/>
            <ac:spMk id="2" creationId="{24761383-303D-5212-A08E-C410CCF61C79}"/>
          </ac:spMkLst>
        </pc:spChg>
        <pc:spChg chg="add mod">
          <ac:chgData name="Ohstrom, Ashley M" userId="4f88fe67-ac03-416d-92de-6534781b262e" providerId="ADAL" clId="{C8815486-481A-541E-A54B-E2100228EBE0}" dt="2025-11-04T14:38:50.414" v="3230" actId="20577"/>
          <ac:spMkLst>
            <pc:docMk/>
            <pc:sldMk cId="3543749212" sldId="326"/>
            <ac:spMk id="3" creationId="{56A4F3E4-C286-7C95-4D3C-11EF3C0ECDFE}"/>
          </ac:spMkLst>
        </pc:spChg>
        <pc:spChg chg="mod">
          <ac:chgData name="Ohstrom, Ashley M" userId="4f88fe67-ac03-416d-92de-6534781b262e" providerId="ADAL" clId="{C8815486-481A-541E-A54B-E2100228EBE0}" dt="2025-10-22T15:47:06.685" v="1461" actId="14100"/>
          <ac:spMkLst>
            <pc:docMk/>
            <pc:sldMk cId="3543749212" sldId="326"/>
            <ac:spMk id="6" creationId="{FB413FBA-70F0-0BEF-6B57-7AC8DAB22D9D}"/>
          </ac:spMkLst>
        </pc:spChg>
        <pc:picChg chg="add mod">
          <ac:chgData name="Ohstrom, Ashley M" userId="4f88fe67-ac03-416d-92de-6534781b262e" providerId="ADAL" clId="{C8815486-481A-541E-A54B-E2100228EBE0}" dt="2025-10-22T15:49:58.036" v="2075"/>
          <ac:picMkLst>
            <pc:docMk/>
            <pc:sldMk cId="3543749212" sldId="326"/>
            <ac:picMk id="4" creationId="{03D03926-9CD0-5EF5-671C-B58EEB403785}"/>
          </ac:picMkLst>
        </pc:picChg>
      </pc:sldChg>
      <pc:sldChg chg="addSp delSp modSp new mod">
        <pc:chgData name="Ohstrom, Ashley M" userId="4f88fe67-ac03-416d-92de-6534781b262e" providerId="ADAL" clId="{C8815486-481A-541E-A54B-E2100228EBE0}" dt="2025-11-04T14:38:53.792" v="3232" actId="20577"/>
        <pc:sldMkLst>
          <pc:docMk/>
          <pc:sldMk cId="1626397393" sldId="327"/>
        </pc:sldMkLst>
        <pc:spChg chg="mod">
          <ac:chgData name="Ohstrom, Ashley M" userId="4f88fe67-ac03-416d-92de-6534781b262e" providerId="ADAL" clId="{C8815486-481A-541E-A54B-E2100228EBE0}" dt="2025-10-22T15:49:45.757" v="2065" actId="122"/>
          <ac:spMkLst>
            <pc:docMk/>
            <pc:sldMk cId="1626397393" sldId="327"/>
            <ac:spMk id="2" creationId="{A4F0ECD4-0D5A-C0A4-262B-D9587CEBE89A}"/>
          </ac:spMkLst>
        </pc:spChg>
        <pc:spChg chg="mod">
          <ac:chgData name="Ohstrom, Ashley M" userId="4f88fe67-ac03-416d-92de-6534781b262e" providerId="ADAL" clId="{C8815486-481A-541E-A54B-E2100228EBE0}" dt="2025-10-22T15:48:38.162" v="1942" actId="1076"/>
          <ac:spMkLst>
            <pc:docMk/>
            <pc:sldMk cId="1626397393" sldId="327"/>
            <ac:spMk id="3" creationId="{C870B209-4DC4-08D3-F010-C8AE90837813}"/>
          </ac:spMkLst>
        </pc:spChg>
        <pc:spChg chg="add mod">
          <ac:chgData name="Ohstrom, Ashley M" userId="4f88fe67-ac03-416d-92de-6534781b262e" providerId="ADAL" clId="{C8815486-481A-541E-A54B-E2100228EBE0}" dt="2025-11-04T14:38:53.792" v="3232" actId="20577"/>
          <ac:spMkLst>
            <pc:docMk/>
            <pc:sldMk cId="1626397393" sldId="327"/>
            <ac:spMk id="4" creationId="{2A2668F7-3F9F-7127-523E-0FBBDBAF15E1}"/>
          </ac:spMkLst>
        </pc:spChg>
      </pc:sldChg>
      <pc:sldChg chg="modSp new mod">
        <pc:chgData name="Ohstrom, Ashley M" userId="4f88fe67-ac03-416d-92de-6534781b262e" providerId="ADAL" clId="{C8815486-481A-541E-A54B-E2100228EBE0}" dt="2025-10-22T15:50:40.695" v="2215" actId="20577"/>
        <pc:sldMkLst>
          <pc:docMk/>
          <pc:sldMk cId="2092228361" sldId="328"/>
        </pc:sldMkLst>
        <pc:spChg chg="mod">
          <ac:chgData name="Ohstrom, Ashley M" userId="4f88fe67-ac03-416d-92de-6534781b262e" providerId="ADAL" clId="{C8815486-481A-541E-A54B-E2100228EBE0}" dt="2025-10-22T15:49:42.798" v="2064" actId="122"/>
          <ac:spMkLst>
            <pc:docMk/>
            <pc:sldMk cId="2092228361" sldId="328"/>
            <ac:spMk id="2" creationId="{D331B0B5-3690-8579-F3A7-D181D10D634F}"/>
          </ac:spMkLst>
        </pc:spChg>
        <pc:spChg chg="mod">
          <ac:chgData name="Ohstrom, Ashley M" userId="4f88fe67-ac03-416d-92de-6534781b262e" providerId="ADAL" clId="{C8815486-481A-541E-A54B-E2100228EBE0}" dt="2025-10-22T15:50:40.695" v="2215" actId="20577"/>
          <ac:spMkLst>
            <pc:docMk/>
            <pc:sldMk cId="2092228361" sldId="328"/>
            <ac:spMk id="3" creationId="{1DD7610D-CA0A-D3D8-16CF-2752D5A02635}"/>
          </ac:spMkLst>
        </pc:spChg>
      </pc:sldChg>
      <pc:sldChg chg="modSp add mod">
        <pc:chgData name="Ohstrom, Ashley M" userId="4f88fe67-ac03-416d-92de-6534781b262e" providerId="ADAL" clId="{C8815486-481A-541E-A54B-E2100228EBE0}" dt="2025-10-22T15:51:39.368" v="2537" actId="20577"/>
        <pc:sldMkLst>
          <pc:docMk/>
          <pc:sldMk cId="3066361608" sldId="329"/>
        </pc:sldMkLst>
        <pc:spChg chg="mod">
          <ac:chgData name="Ohstrom, Ashley M" userId="4f88fe67-ac03-416d-92de-6534781b262e" providerId="ADAL" clId="{C8815486-481A-541E-A54B-E2100228EBE0}" dt="2025-10-22T15:50:59.032" v="2277" actId="20577"/>
          <ac:spMkLst>
            <pc:docMk/>
            <pc:sldMk cId="3066361608" sldId="329"/>
            <ac:spMk id="2" creationId="{42A1FD0C-4D4F-11B6-165A-EDED1317E92D}"/>
          </ac:spMkLst>
        </pc:spChg>
        <pc:spChg chg="mod">
          <ac:chgData name="Ohstrom, Ashley M" userId="4f88fe67-ac03-416d-92de-6534781b262e" providerId="ADAL" clId="{C8815486-481A-541E-A54B-E2100228EBE0}" dt="2025-10-22T15:51:39.368" v="2537" actId="20577"/>
          <ac:spMkLst>
            <pc:docMk/>
            <pc:sldMk cId="3066361608" sldId="329"/>
            <ac:spMk id="3" creationId="{4F80435F-7A44-471E-94D6-AF3BDFAA9A3A}"/>
          </ac:spMkLst>
        </pc:spChg>
      </pc:sldChg>
      <pc:sldChg chg="delSp modSp add mod">
        <pc:chgData name="Ohstrom, Ashley M" userId="4f88fe67-ac03-416d-92de-6534781b262e" providerId="ADAL" clId="{C8815486-481A-541E-A54B-E2100228EBE0}" dt="2025-10-24T15:05:21.995" v="2583" actId="478"/>
        <pc:sldMkLst>
          <pc:docMk/>
          <pc:sldMk cId="4168567454" sldId="333"/>
        </pc:sldMkLst>
        <pc:spChg chg="mod">
          <ac:chgData name="Ohstrom, Ashley M" userId="4f88fe67-ac03-416d-92de-6534781b262e" providerId="ADAL" clId="{C8815486-481A-541E-A54B-E2100228EBE0}" dt="2025-10-24T15:05:19.402" v="2582" actId="20577"/>
          <ac:spMkLst>
            <pc:docMk/>
            <pc:sldMk cId="4168567454" sldId="333"/>
            <ac:spMk id="2" creationId="{C7257817-4020-3962-57FC-9D044A27FEA8}"/>
          </ac:spMkLst>
        </pc:spChg>
      </pc:sldChg>
      <pc:sldChg chg="addSp delSp modSp new mod ord">
        <pc:chgData name="Ohstrom, Ashley M" userId="4f88fe67-ac03-416d-92de-6534781b262e" providerId="ADAL" clId="{C8815486-481A-541E-A54B-E2100228EBE0}" dt="2025-11-04T14:38:32.481" v="3216" actId="20577"/>
        <pc:sldMkLst>
          <pc:docMk/>
          <pc:sldMk cId="1092477521" sldId="335"/>
        </pc:sldMkLst>
        <pc:spChg chg="mod">
          <ac:chgData name="Ohstrom, Ashley M" userId="4f88fe67-ac03-416d-92de-6534781b262e" providerId="ADAL" clId="{C8815486-481A-541E-A54B-E2100228EBE0}" dt="2025-11-04T14:30:39.558" v="2627" actId="207"/>
          <ac:spMkLst>
            <pc:docMk/>
            <pc:sldMk cId="1092477521" sldId="335"/>
            <ac:spMk id="2" creationId="{A2949B72-6B75-7454-6EEB-BA45C03074F3}"/>
          </ac:spMkLst>
        </pc:spChg>
        <pc:spChg chg="mod">
          <ac:chgData name="Ohstrom, Ashley M" userId="4f88fe67-ac03-416d-92de-6534781b262e" providerId="ADAL" clId="{C8815486-481A-541E-A54B-E2100228EBE0}" dt="2025-11-04T14:35:42.724" v="3156" actId="14100"/>
          <ac:spMkLst>
            <pc:docMk/>
            <pc:sldMk cId="1092477521" sldId="335"/>
            <ac:spMk id="3" creationId="{0702F5DB-6CC0-CBFE-F03A-3B2AEB61A5CB}"/>
          </ac:spMkLst>
        </pc:spChg>
        <pc:spChg chg="add del mod">
          <ac:chgData name="Ohstrom, Ashley M" userId="4f88fe67-ac03-416d-92de-6534781b262e" providerId="ADAL" clId="{C8815486-481A-541E-A54B-E2100228EBE0}" dt="2025-11-04T14:37:02.840" v="3179" actId="478"/>
          <ac:spMkLst>
            <pc:docMk/>
            <pc:sldMk cId="1092477521" sldId="335"/>
            <ac:spMk id="4" creationId="{4C310D3F-5852-F1CB-EE48-975B36ABEA9B}"/>
          </ac:spMkLst>
        </pc:spChg>
        <pc:spChg chg="add mod">
          <ac:chgData name="Ohstrom, Ashley M" userId="4f88fe67-ac03-416d-92de-6534781b262e" providerId="ADAL" clId="{C8815486-481A-541E-A54B-E2100228EBE0}" dt="2025-11-04T14:38:32.481" v="3216" actId="20577"/>
          <ac:spMkLst>
            <pc:docMk/>
            <pc:sldMk cId="1092477521" sldId="335"/>
            <ac:spMk id="5" creationId="{ADE8ACB6-F319-9FE0-0653-630A9090088C}"/>
          </ac:spMkLst>
        </pc:spChg>
        <pc:picChg chg="add mod">
          <ac:chgData name="Ohstrom, Ashley M" userId="4f88fe67-ac03-416d-92de-6534781b262e" providerId="ADAL" clId="{C8815486-481A-541E-A54B-E2100228EBE0}" dt="2025-11-04T14:30:43.127" v="2628" actId="1076"/>
          <ac:picMkLst>
            <pc:docMk/>
            <pc:sldMk cId="1092477521" sldId="335"/>
            <ac:picMk id="1026" creationId="{A1E872B0-26BA-DBC6-F2FE-C0D75138F41C}"/>
          </ac:picMkLst>
        </pc:picChg>
      </pc:sldChg>
      <pc:sldChg chg="modSp new del mod">
        <pc:chgData name="Ohstrom, Ashley M" userId="4f88fe67-ac03-416d-92de-6534781b262e" providerId="ADAL" clId="{C8815486-481A-541E-A54B-E2100228EBE0}" dt="2025-11-04T14:37:33.489" v="3197" actId="2696"/>
        <pc:sldMkLst>
          <pc:docMk/>
          <pc:sldMk cId="2230002707" sldId="336"/>
        </pc:sldMkLst>
        <pc:spChg chg="mod">
          <ac:chgData name="Ohstrom, Ashley M" userId="4f88fe67-ac03-416d-92de-6534781b262e" providerId="ADAL" clId="{C8815486-481A-541E-A54B-E2100228EBE0}" dt="2025-11-04T14:18:18.162" v="2609" actId="20577"/>
          <ac:spMkLst>
            <pc:docMk/>
            <pc:sldMk cId="2230002707" sldId="336"/>
            <ac:spMk id="2" creationId="{0ECBA67D-FC2C-68AE-05CA-BEC3F097C4F2}"/>
          </ac:spMkLst>
        </pc:spChg>
      </pc:sldChg>
      <pc:sldChg chg="addSp modSp new mod">
        <pc:chgData name="Ohstrom, Ashley M" userId="4f88fe67-ac03-416d-92de-6534781b262e" providerId="ADAL" clId="{C8815486-481A-541E-A54B-E2100228EBE0}" dt="2025-11-04T18:56:30.144" v="3270" actId="20577"/>
        <pc:sldMkLst>
          <pc:docMk/>
          <pc:sldMk cId="1111692166" sldId="337"/>
        </pc:sldMkLst>
        <pc:spChg chg="mod">
          <ac:chgData name="Ohstrom, Ashley M" userId="4f88fe67-ac03-416d-92de-6534781b262e" providerId="ADAL" clId="{C8815486-481A-541E-A54B-E2100228EBE0}" dt="2025-11-04T18:56:30.144" v="3270" actId="20577"/>
          <ac:spMkLst>
            <pc:docMk/>
            <pc:sldMk cId="1111692166" sldId="337"/>
            <ac:spMk id="2" creationId="{F1AF682C-174F-0076-2A19-A9F83F0B4974}"/>
          </ac:spMkLst>
        </pc:spChg>
        <pc:spChg chg="add mod">
          <ac:chgData name="Ohstrom, Ashley M" userId="4f88fe67-ac03-416d-92de-6534781b262e" providerId="ADAL" clId="{C8815486-481A-541E-A54B-E2100228EBE0}" dt="2025-11-04T14:38:20.052" v="3214" actId="14100"/>
          <ac:spMkLst>
            <pc:docMk/>
            <pc:sldMk cId="1111692166" sldId="337"/>
            <ac:spMk id="4" creationId="{1FAA2A04-370F-2310-ECBD-DB1108121093}"/>
          </ac:spMkLst>
        </pc:spChg>
      </pc:sldChg>
      <pc:sldChg chg="addSp delSp modSp new mod ord">
        <pc:chgData name="Ohstrom, Ashley M" userId="4f88fe67-ac03-416d-92de-6534781b262e" providerId="ADAL" clId="{C8815486-481A-541E-A54B-E2100228EBE0}" dt="2025-11-04T18:56:03.336" v="3269" actId="1076"/>
        <pc:sldMkLst>
          <pc:docMk/>
          <pc:sldMk cId="3019387820" sldId="338"/>
        </pc:sldMkLst>
        <pc:spChg chg="mod">
          <ac:chgData name="Ohstrom, Ashley M" userId="4f88fe67-ac03-416d-92de-6534781b262e" providerId="ADAL" clId="{C8815486-481A-541E-A54B-E2100228EBE0}" dt="2025-11-04T18:56:01.579" v="3267" actId="20577"/>
          <ac:spMkLst>
            <pc:docMk/>
            <pc:sldMk cId="3019387820" sldId="338"/>
            <ac:spMk id="2" creationId="{3D05802F-678A-40CD-D777-9F3C780F4C90}"/>
          </ac:spMkLst>
        </pc:spChg>
        <pc:spChg chg="mod">
          <ac:chgData name="Ohstrom, Ashley M" userId="4f88fe67-ac03-416d-92de-6534781b262e" providerId="ADAL" clId="{C8815486-481A-541E-A54B-E2100228EBE0}" dt="2025-11-04T18:56:03.336" v="3269" actId="1076"/>
          <ac:spMkLst>
            <pc:docMk/>
            <pc:sldMk cId="3019387820" sldId="338"/>
            <ac:spMk id="3" creationId="{610E05CE-7C6B-5676-1897-DEA3A2CD6AF4}"/>
          </ac:spMkLst>
        </pc:spChg>
        <pc:spChg chg="add mod">
          <ac:chgData name="Ohstrom, Ashley M" userId="4f88fe67-ac03-416d-92de-6534781b262e" providerId="ADAL" clId="{C8815486-481A-541E-A54B-E2100228EBE0}" dt="2025-11-04T14:36:58.502" v="3177" actId="1076"/>
          <ac:spMkLst>
            <pc:docMk/>
            <pc:sldMk cId="3019387820" sldId="338"/>
            <ac:spMk id="4" creationId="{22640DD2-307B-B5C5-98D6-DDA3A43E47A1}"/>
          </ac:spMkLst>
        </pc:spChg>
        <pc:picChg chg="add del mod">
          <ac:chgData name="Ohstrom, Ashley M" userId="4f88fe67-ac03-416d-92de-6534781b262e" providerId="ADAL" clId="{C8815486-481A-541E-A54B-E2100228EBE0}" dt="2025-11-04T18:55:55.523" v="3261" actId="478"/>
          <ac:picMkLst>
            <pc:docMk/>
            <pc:sldMk cId="3019387820" sldId="338"/>
            <ac:picMk id="2050" creationId="{F5B112CC-8D82-4E44-D0DF-25871E06549F}"/>
          </ac:picMkLst>
        </pc:picChg>
      </pc:sldChg>
    </pc:docChg>
  </pc:docChgLst>
  <pc:docChgLst>
    <pc:chgData name="Vompe, Alex" userId="S::azv5523@psu.edu::98267481-0700-4d6e-8176-7f2999981d60" providerId="AD" clId="Web-{CC8AF1E4-7F0F-68AE-D059-6C90191C4351}"/>
    <pc:docChg chg="modSld">
      <pc:chgData name="Vompe, Alex" userId="S::azv5523@psu.edu::98267481-0700-4d6e-8176-7f2999981d60" providerId="AD" clId="Web-{CC8AF1E4-7F0F-68AE-D059-6C90191C4351}" dt="2025-10-24T13:16:35.425" v="3" actId="20577"/>
      <pc:docMkLst>
        <pc:docMk/>
      </pc:docMkLst>
      <pc:sldChg chg="modSp">
        <pc:chgData name="Vompe, Alex" userId="S::azv5523@psu.edu::98267481-0700-4d6e-8176-7f2999981d60" providerId="AD" clId="Web-{CC8AF1E4-7F0F-68AE-D059-6C90191C4351}" dt="2025-10-24T13:15:34.096" v="1" actId="20577"/>
        <pc:sldMkLst>
          <pc:docMk/>
          <pc:sldMk cId="1457242559" sldId="283"/>
        </pc:sldMkLst>
        <pc:spChg chg="mod">
          <ac:chgData name="Vompe, Alex" userId="S::azv5523@psu.edu::98267481-0700-4d6e-8176-7f2999981d60" providerId="AD" clId="Web-{CC8AF1E4-7F0F-68AE-D059-6C90191C4351}" dt="2025-10-24T13:15:34.096" v="1" actId="20577"/>
          <ac:spMkLst>
            <pc:docMk/>
            <pc:sldMk cId="1457242559" sldId="283"/>
            <ac:spMk id="3" creationId="{A44CD8C4-3D06-3479-F993-92CECB21C6B7}"/>
          </ac:spMkLst>
        </pc:spChg>
      </pc:sldChg>
      <pc:sldChg chg="modSp">
        <pc:chgData name="Vompe, Alex" userId="S::azv5523@psu.edu::98267481-0700-4d6e-8176-7f2999981d60" providerId="AD" clId="Web-{CC8AF1E4-7F0F-68AE-D059-6C90191C4351}" dt="2025-10-24T13:16:35.425" v="3" actId="20577"/>
        <pc:sldMkLst>
          <pc:docMk/>
          <pc:sldMk cId="634602419" sldId="324"/>
        </pc:sldMkLst>
        <pc:spChg chg="mod">
          <ac:chgData name="Vompe, Alex" userId="S::azv5523@psu.edu::98267481-0700-4d6e-8176-7f2999981d60" providerId="AD" clId="Web-{CC8AF1E4-7F0F-68AE-D059-6C90191C4351}" dt="2025-10-24T13:16:35.425" v="3" actId="20577"/>
          <ac:spMkLst>
            <pc:docMk/>
            <pc:sldMk cId="634602419" sldId="324"/>
            <ac:spMk id="6" creationId="{4C0B7CDD-C42E-F5E1-2B91-44DC9C6DA4B9}"/>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8618D9-7BE3-4F14-9D9F-CA86C538F82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1F6E1ED-830D-41B3-B664-DAA14FEE662C}">
      <dgm:prSet/>
      <dgm:spPr/>
      <dgm:t>
        <a:bodyPr/>
        <a:lstStyle/>
        <a:p>
          <a:r>
            <a:rPr lang="en-US"/>
            <a:t>Understand metagenomic sequencing</a:t>
          </a:r>
        </a:p>
      </dgm:t>
    </dgm:pt>
    <dgm:pt modelId="{13A4067F-F6AE-4281-9777-32D9CC11CF86}" type="parTrans" cxnId="{058D6CC2-A810-4B40-BDA4-5D05F7EEB177}">
      <dgm:prSet/>
      <dgm:spPr/>
      <dgm:t>
        <a:bodyPr/>
        <a:lstStyle/>
        <a:p>
          <a:endParaRPr lang="en-US"/>
        </a:p>
      </dgm:t>
    </dgm:pt>
    <dgm:pt modelId="{31F27D81-6084-43D8-B244-B6B7C48D0857}" type="sibTrans" cxnId="{058D6CC2-A810-4B40-BDA4-5D05F7EEB177}">
      <dgm:prSet/>
      <dgm:spPr/>
      <dgm:t>
        <a:bodyPr/>
        <a:lstStyle/>
        <a:p>
          <a:endParaRPr lang="en-US"/>
        </a:p>
      </dgm:t>
    </dgm:pt>
    <dgm:pt modelId="{1C1F9876-A62C-4A54-9DB6-9E89001BE1D0}">
      <dgm:prSet/>
      <dgm:spPr/>
      <dgm:t>
        <a:bodyPr/>
        <a:lstStyle/>
        <a:p>
          <a:r>
            <a:rPr lang="en-US"/>
            <a:t>Use kraken2 for taxonomic identification</a:t>
          </a:r>
        </a:p>
      </dgm:t>
    </dgm:pt>
    <dgm:pt modelId="{DD7E48B2-38F6-4E7C-99D9-A521F4731429}" type="parTrans" cxnId="{AADECDB0-F6BF-49DE-A04C-8249798C3B0F}">
      <dgm:prSet/>
      <dgm:spPr/>
      <dgm:t>
        <a:bodyPr/>
        <a:lstStyle/>
        <a:p>
          <a:endParaRPr lang="en-US"/>
        </a:p>
      </dgm:t>
    </dgm:pt>
    <dgm:pt modelId="{CF854913-2B6D-4EBB-98FF-2ABBC3929189}" type="sibTrans" cxnId="{AADECDB0-F6BF-49DE-A04C-8249798C3B0F}">
      <dgm:prSet/>
      <dgm:spPr/>
      <dgm:t>
        <a:bodyPr/>
        <a:lstStyle/>
        <a:p>
          <a:endParaRPr lang="en-US"/>
        </a:p>
      </dgm:t>
    </dgm:pt>
    <dgm:pt modelId="{ACCDF9D5-97E8-4D1C-A9B5-D91DEAEE84A6}">
      <dgm:prSet/>
      <dgm:spPr/>
      <dgm:t>
        <a:bodyPr/>
        <a:lstStyle/>
        <a:p>
          <a:r>
            <a:rPr lang="en-US"/>
            <a:t>Visualize and analyze results</a:t>
          </a:r>
        </a:p>
      </dgm:t>
    </dgm:pt>
    <dgm:pt modelId="{CD50FA1B-A9F7-46C7-BED0-009F4B2D91B0}" type="parTrans" cxnId="{C16A6145-92AF-4EA8-AE03-7D301AC9B21D}">
      <dgm:prSet/>
      <dgm:spPr/>
      <dgm:t>
        <a:bodyPr/>
        <a:lstStyle/>
        <a:p>
          <a:endParaRPr lang="en-US"/>
        </a:p>
      </dgm:t>
    </dgm:pt>
    <dgm:pt modelId="{C88D4AC0-9BD8-46B5-A5F5-BB8B978EABDD}" type="sibTrans" cxnId="{C16A6145-92AF-4EA8-AE03-7D301AC9B21D}">
      <dgm:prSet/>
      <dgm:spPr/>
      <dgm:t>
        <a:bodyPr/>
        <a:lstStyle/>
        <a:p>
          <a:endParaRPr lang="en-US"/>
        </a:p>
      </dgm:t>
    </dgm:pt>
    <dgm:pt modelId="{F2580411-7C82-41A9-B0BE-8DADD1A3FF49}" type="pres">
      <dgm:prSet presAssocID="{A28618D9-7BE3-4F14-9D9F-CA86C538F82B}" presName="root" presStyleCnt="0">
        <dgm:presLayoutVars>
          <dgm:dir/>
          <dgm:resizeHandles val="exact"/>
        </dgm:presLayoutVars>
      </dgm:prSet>
      <dgm:spPr/>
    </dgm:pt>
    <dgm:pt modelId="{0848F70A-8B97-4774-9AE1-E9AD1FFD0E14}" type="pres">
      <dgm:prSet presAssocID="{A1F6E1ED-830D-41B3-B664-DAA14FEE662C}" presName="compNode" presStyleCnt="0"/>
      <dgm:spPr/>
    </dgm:pt>
    <dgm:pt modelId="{0157F464-7605-49E9-BA6F-9198D63D6BE5}" type="pres">
      <dgm:prSet presAssocID="{A1F6E1ED-830D-41B3-B664-DAA14FEE662C}" presName="bgRect" presStyleLbl="bgShp" presStyleIdx="0" presStyleCnt="3"/>
      <dgm:spPr/>
    </dgm:pt>
    <dgm:pt modelId="{7EFD5A73-839E-4004-95D0-0415545195DE}" type="pres">
      <dgm:prSet presAssocID="{A1F6E1ED-830D-41B3-B664-DAA14FEE662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8A9D199A-CEAB-4774-B8A2-9D8DFA63F783}" type="pres">
      <dgm:prSet presAssocID="{A1F6E1ED-830D-41B3-B664-DAA14FEE662C}" presName="spaceRect" presStyleCnt="0"/>
      <dgm:spPr/>
    </dgm:pt>
    <dgm:pt modelId="{698FC418-7EB2-4CD7-9EB1-5EEE6CC1496C}" type="pres">
      <dgm:prSet presAssocID="{A1F6E1ED-830D-41B3-B664-DAA14FEE662C}" presName="parTx" presStyleLbl="revTx" presStyleIdx="0" presStyleCnt="3">
        <dgm:presLayoutVars>
          <dgm:chMax val="0"/>
          <dgm:chPref val="0"/>
        </dgm:presLayoutVars>
      </dgm:prSet>
      <dgm:spPr/>
    </dgm:pt>
    <dgm:pt modelId="{B74A1A13-B6C8-406B-9609-139D4796480E}" type="pres">
      <dgm:prSet presAssocID="{31F27D81-6084-43D8-B244-B6B7C48D0857}" presName="sibTrans" presStyleCnt="0"/>
      <dgm:spPr/>
    </dgm:pt>
    <dgm:pt modelId="{FD76B93B-9E33-4855-B274-30B439F7A529}" type="pres">
      <dgm:prSet presAssocID="{1C1F9876-A62C-4A54-9DB6-9E89001BE1D0}" presName="compNode" presStyleCnt="0"/>
      <dgm:spPr/>
    </dgm:pt>
    <dgm:pt modelId="{DE217263-D3E8-4A4C-B4AE-6B9F063D2E94}" type="pres">
      <dgm:prSet presAssocID="{1C1F9876-A62C-4A54-9DB6-9E89001BE1D0}" presName="bgRect" presStyleLbl="bgShp" presStyleIdx="1" presStyleCnt="3"/>
      <dgm:spPr/>
    </dgm:pt>
    <dgm:pt modelId="{F944AE86-6945-4BE5-BCD8-91A7468F4B5F}" type="pres">
      <dgm:prSet presAssocID="{1C1F9876-A62C-4A54-9DB6-9E89001BE1D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CA11F18F-AF85-45B6-9934-764466B90744}" type="pres">
      <dgm:prSet presAssocID="{1C1F9876-A62C-4A54-9DB6-9E89001BE1D0}" presName="spaceRect" presStyleCnt="0"/>
      <dgm:spPr/>
    </dgm:pt>
    <dgm:pt modelId="{8C3B2262-4A3C-4AAD-B24B-7FB0EDC33FDC}" type="pres">
      <dgm:prSet presAssocID="{1C1F9876-A62C-4A54-9DB6-9E89001BE1D0}" presName="parTx" presStyleLbl="revTx" presStyleIdx="1" presStyleCnt="3">
        <dgm:presLayoutVars>
          <dgm:chMax val="0"/>
          <dgm:chPref val="0"/>
        </dgm:presLayoutVars>
      </dgm:prSet>
      <dgm:spPr/>
    </dgm:pt>
    <dgm:pt modelId="{6E13593B-D620-4281-9516-4315A4D65E4E}" type="pres">
      <dgm:prSet presAssocID="{CF854913-2B6D-4EBB-98FF-2ABBC3929189}" presName="sibTrans" presStyleCnt="0"/>
      <dgm:spPr/>
    </dgm:pt>
    <dgm:pt modelId="{F3C14C40-BEF1-4700-B418-B933C6FDB0BB}" type="pres">
      <dgm:prSet presAssocID="{ACCDF9D5-97E8-4D1C-A9B5-D91DEAEE84A6}" presName="compNode" presStyleCnt="0"/>
      <dgm:spPr/>
    </dgm:pt>
    <dgm:pt modelId="{5BBB6068-E92C-4AEB-9B2D-5535D6BCDD3A}" type="pres">
      <dgm:prSet presAssocID="{ACCDF9D5-97E8-4D1C-A9B5-D91DEAEE84A6}" presName="bgRect" presStyleLbl="bgShp" presStyleIdx="2" presStyleCnt="3"/>
      <dgm:spPr/>
    </dgm:pt>
    <dgm:pt modelId="{F6DFCD99-044C-4D78-8209-1D3A82F10D0A}" type="pres">
      <dgm:prSet presAssocID="{ACCDF9D5-97E8-4D1C-A9B5-D91DEAEE84A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tabase"/>
        </a:ext>
      </dgm:extLst>
    </dgm:pt>
    <dgm:pt modelId="{D1B97CC7-57A2-4AD6-9052-D59529865EBC}" type="pres">
      <dgm:prSet presAssocID="{ACCDF9D5-97E8-4D1C-A9B5-D91DEAEE84A6}" presName="spaceRect" presStyleCnt="0"/>
      <dgm:spPr/>
    </dgm:pt>
    <dgm:pt modelId="{BFCA317E-EB30-407B-8E1B-63FB9B24E1DA}" type="pres">
      <dgm:prSet presAssocID="{ACCDF9D5-97E8-4D1C-A9B5-D91DEAEE84A6}" presName="parTx" presStyleLbl="revTx" presStyleIdx="2" presStyleCnt="3">
        <dgm:presLayoutVars>
          <dgm:chMax val="0"/>
          <dgm:chPref val="0"/>
        </dgm:presLayoutVars>
      </dgm:prSet>
      <dgm:spPr/>
    </dgm:pt>
  </dgm:ptLst>
  <dgm:cxnLst>
    <dgm:cxn modelId="{794C1622-FAE2-4DA2-BBEB-024CBA1B95ED}" type="presOf" srcId="{A28618D9-7BE3-4F14-9D9F-CA86C538F82B}" destId="{F2580411-7C82-41A9-B0BE-8DADD1A3FF49}" srcOrd="0" destOrd="0" presId="urn:microsoft.com/office/officeart/2018/2/layout/IconVerticalSolidList"/>
    <dgm:cxn modelId="{C16A6145-92AF-4EA8-AE03-7D301AC9B21D}" srcId="{A28618D9-7BE3-4F14-9D9F-CA86C538F82B}" destId="{ACCDF9D5-97E8-4D1C-A9B5-D91DEAEE84A6}" srcOrd="2" destOrd="0" parTransId="{CD50FA1B-A9F7-46C7-BED0-009F4B2D91B0}" sibTransId="{C88D4AC0-9BD8-46B5-A5F5-BB8B978EABDD}"/>
    <dgm:cxn modelId="{153CCC8F-ADC9-4977-A8FC-6489B1FA82A4}" type="presOf" srcId="{1C1F9876-A62C-4A54-9DB6-9E89001BE1D0}" destId="{8C3B2262-4A3C-4AAD-B24B-7FB0EDC33FDC}" srcOrd="0" destOrd="0" presId="urn:microsoft.com/office/officeart/2018/2/layout/IconVerticalSolidList"/>
    <dgm:cxn modelId="{AADECDB0-F6BF-49DE-A04C-8249798C3B0F}" srcId="{A28618D9-7BE3-4F14-9D9F-CA86C538F82B}" destId="{1C1F9876-A62C-4A54-9DB6-9E89001BE1D0}" srcOrd="1" destOrd="0" parTransId="{DD7E48B2-38F6-4E7C-99D9-A521F4731429}" sibTransId="{CF854913-2B6D-4EBB-98FF-2ABBC3929189}"/>
    <dgm:cxn modelId="{911DAABA-F994-4A18-A67D-9130D43D8B70}" type="presOf" srcId="{A1F6E1ED-830D-41B3-B664-DAA14FEE662C}" destId="{698FC418-7EB2-4CD7-9EB1-5EEE6CC1496C}" srcOrd="0" destOrd="0" presId="urn:microsoft.com/office/officeart/2018/2/layout/IconVerticalSolidList"/>
    <dgm:cxn modelId="{058D6CC2-A810-4B40-BDA4-5D05F7EEB177}" srcId="{A28618D9-7BE3-4F14-9D9F-CA86C538F82B}" destId="{A1F6E1ED-830D-41B3-B664-DAA14FEE662C}" srcOrd="0" destOrd="0" parTransId="{13A4067F-F6AE-4281-9777-32D9CC11CF86}" sibTransId="{31F27D81-6084-43D8-B244-B6B7C48D0857}"/>
    <dgm:cxn modelId="{0F6069E0-AC15-4FFE-BE8F-D9F777995F60}" type="presOf" srcId="{ACCDF9D5-97E8-4D1C-A9B5-D91DEAEE84A6}" destId="{BFCA317E-EB30-407B-8E1B-63FB9B24E1DA}" srcOrd="0" destOrd="0" presId="urn:microsoft.com/office/officeart/2018/2/layout/IconVerticalSolidList"/>
    <dgm:cxn modelId="{CBB50C49-E673-4D37-858B-2AC58B1E64D4}" type="presParOf" srcId="{F2580411-7C82-41A9-B0BE-8DADD1A3FF49}" destId="{0848F70A-8B97-4774-9AE1-E9AD1FFD0E14}" srcOrd="0" destOrd="0" presId="urn:microsoft.com/office/officeart/2018/2/layout/IconVerticalSolidList"/>
    <dgm:cxn modelId="{2B274B91-CC3E-4C22-861D-0D6F938F7C24}" type="presParOf" srcId="{0848F70A-8B97-4774-9AE1-E9AD1FFD0E14}" destId="{0157F464-7605-49E9-BA6F-9198D63D6BE5}" srcOrd="0" destOrd="0" presId="urn:microsoft.com/office/officeart/2018/2/layout/IconVerticalSolidList"/>
    <dgm:cxn modelId="{65379E96-FFC7-4D2E-85DE-67901D30DF1C}" type="presParOf" srcId="{0848F70A-8B97-4774-9AE1-E9AD1FFD0E14}" destId="{7EFD5A73-839E-4004-95D0-0415545195DE}" srcOrd="1" destOrd="0" presId="urn:microsoft.com/office/officeart/2018/2/layout/IconVerticalSolidList"/>
    <dgm:cxn modelId="{30A8C756-8751-431C-86C4-0DC8A90F4998}" type="presParOf" srcId="{0848F70A-8B97-4774-9AE1-E9AD1FFD0E14}" destId="{8A9D199A-CEAB-4774-B8A2-9D8DFA63F783}" srcOrd="2" destOrd="0" presId="urn:microsoft.com/office/officeart/2018/2/layout/IconVerticalSolidList"/>
    <dgm:cxn modelId="{F4AB688D-B0D2-43FD-B1EE-D7022C89FC74}" type="presParOf" srcId="{0848F70A-8B97-4774-9AE1-E9AD1FFD0E14}" destId="{698FC418-7EB2-4CD7-9EB1-5EEE6CC1496C}" srcOrd="3" destOrd="0" presId="urn:microsoft.com/office/officeart/2018/2/layout/IconVerticalSolidList"/>
    <dgm:cxn modelId="{66FF6A41-4BB1-49FA-A7D4-4493B26E6A27}" type="presParOf" srcId="{F2580411-7C82-41A9-B0BE-8DADD1A3FF49}" destId="{B74A1A13-B6C8-406B-9609-139D4796480E}" srcOrd="1" destOrd="0" presId="urn:microsoft.com/office/officeart/2018/2/layout/IconVerticalSolidList"/>
    <dgm:cxn modelId="{99CFD8A5-6F75-4DA9-B388-9A2D23CD993A}" type="presParOf" srcId="{F2580411-7C82-41A9-B0BE-8DADD1A3FF49}" destId="{FD76B93B-9E33-4855-B274-30B439F7A529}" srcOrd="2" destOrd="0" presId="urn:microsoft.com/office/officeart/2018/2/layout/IconVerticalSolidList"/>
    <dgm:cxn modelId="{4DDB743B-5BE2-45BD-AE16-D16E93C6D0EA}" type="presParOf" srcId="{FD76B93B-9E33-4855-B274-30B439F7A529}" destId="{DE217263-D3E8-4A4C-B4AE-6B9F063D2E94}" srcOrd="0" destOrd="0" presId="urn:microsoft.com/office/officeart/2018/2/layout/IconVerticalSolidList"/>
    <dgm:cxn modelId="{A16DE90F-CA8C-4DAC-8F43-29D99570101B}" type="presParOf" srcId="{FD76B93B-9E33-4855-B274-30B439F7A529}" destId="{F944AE86-6945-4BE5-BCD8-91A7468F4B5F}" srcOrd="1" destOrd="0" presId="urn:microsoft.com/office/officeart/2018/2/layout/IconVerticalSolidList"/>
    <dgm:cxn modelId="{DE68155C-A81D-4650-9338-74C1331CCD9F}" type="presParOf" srcId="{FD76B93B-9E33-4855-B274-30B439F7A529}" destId="{CA11F18F-AF85-45B6-9934-764466B90744}" srcOrd="2" destOrd="0" presId="urn:microsoft.com/office/officeart/2018/2/layout/IconVerticalSolidList"/>
    <dgm:cxn modelId="{57AF8C17-AFF0-45CA-967D-64ECF674A9C9}" type="presParOf" srcId="{FD76B93B-9E33-4855-B274-30B439F7A529}" destId="{8C3B2262-4A3C-4AAD-B24B-7FB0EDC33FDC}" srcOrd="3" destOrd="0" presId="urn:microsoft.com/office/officeart/2018/2/layout/IconVerticalSolidList"/>
    <dgm:cxn modelId="{1AE02CF7-580A-4ACC-B79B-22869D253933}" type="presParOf" srcId="{F2580411-7C82-41A9-B0BE-8DADD1A3FF49}" destId="{6E13593B-D620-4281-9516-4315A4D65E4E}" srcOrd="3" destOrd="0" presId="urn:microsoft.com/office/officeart/2018/2/layout/IconVerticalSolidList"/>
    <dgm:cxn modelId="{ADBC895F-09E2-4CE5-8204-E0C27275231E}" type="presParOf" srcId="{F2580411-7C82-41A9-B0BE-8DADD1A3FF49}" destId="{F3C14C40-BEF1-4700-B418-B933C6FDB0BB}" srcOrd="4" destOrd="0" presId="urn:microsoft.com/office/officeart/2018/2/layout/IconVerticalSolidList"/>
    <dgm:cxn modelId="{29C9366B-8EB3-4728-B229-7BF110E9D173}" type="presParOf" srcId="{F3C14C40-BEF1-4700-B418-B933C6FDB0BB}" destId="{5BBB6068-E92C-4AEB-9B2D-5535D6BCDD3A}" srcOrd="0" destOrd="0" presId="urn:microsoft.com/office/officeart/2018/2/layout/IconVerticalSolidList"/>
    <dgm:cxn modelId="{9B4544F0-E2D7-43B7-BF5C-3426AE5B37A8}" type="presParOf" srcId="{F3C14C40-BEF1-4700-B418-B933C6FDB0BB}" destId="{F6DFCD99-044C-4D78-8209-1D3A82F10D0A}" srcOrd="1" destOrd="0" presId="urn:microsoft.com/office/officeart/2018/2/layout/IconVerticalSolidList"/>
    <dgm:cxn modelId="{3F583B9C-373C-4A4D-B242-481354943D04}" type="presParOf" srcId="{F3C14C40-BEF1-4700-B418-B933C6FDB0BB}" destId="{D1B97CC7-57A2-4AD6-9052-D59529865EBC}" srcOrd="2" destOrd="0" presId="urn:microsoft.com/office/officeart/2018/2/layout/IconVerticalSolidList"/>
    <dgm:cxn modelId="{4A4DCDCA-DC38-4C56-A9D5-7D7B3501D10F}" type="presParOf" srcId="{F3C14C40-BEF1-4700-B418-B933C6FDB0BB}" destId="{BFCA317E-EB30-407B-8E1B-63FB9B24E1D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57F464-7605-49E9-BA6F-9198D63D6BE5}">
      <dsp:nvSpPr>
        <dsp:cNvPr id="0" name=""/>
        <dsp:cNvSpPr/>
      </dsp:nvSpPr>
      <dsp:spPr>
        <a:xfrm>
          <a:off x="0" y="671"/>
          <a:ext cx="6263640" cy="15723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FD5A73-839E-4004-95D0-0415545195DE}">
      <dsp:nvSpPr>
        <dsp:cNvPr id="0" name=""/>
        <dsp:cNvSpPr/>
      </dsp:nvSpPr>
      <dsp:spPr>
        <a:xfrm>
          <a:off x="475646" y="354458"/>
          <a:ext cx="864811" cy="8648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8FC418-7EB2-4CD7-9EB1-5EEE6CC1496C}">
      <dsp:nvSpPr>
        <dsp:cNvPr id="0" name=""/>
        <dsp:cNvSpPr/>
      </dsp:nvSpPr>
      <dsp:spPr>
        <a:xfrm>
          <a:off x="1816103" y="671"/>
          <a:ext cx="4447536" cy="15723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411" tIns="166411" rIns="166411" bIns="166411" numCol="1" spcCol="1270" anchor="ctr" anchorCtr="0">
          <a:noAutofit/>
        </a:bodyPr>
        <a:lstStyle/>
        <a:p>
          <a:pPr marL="0" lvl="0" indent="0" algn="l" defTabSz="1111250">
            <a:lnSpc>
              <a:spcPct val="90000"/>
            </a:lnSpc>
            <a:spcBef>
              <a:spcPct val="0"/>
            </a:spcBef>
            <a:spcAft>
              <a:spcPct val="35000"/>
            </a:spcAft>
            <a:buNone/>
          </a:pPr>
          <a:r>
            <a:rPr lang="en-US" sz="2500" kern="1200"/>
            <a:t>Understand metagenomic sequencing</a:t>
          </a:r>
        </a:p>
      </dsp:txBody>
      <dsp:txXfrm>
        <a:off x="1816103" y="671"/>
        <a:ext cx="4447536" cy="1572384"/>
      </dsp:txXfrm>
    </dsp:sp>
    <dsp:sp modelId="{DE217263-D3E8-4A4C-B4AE-6B9F063D2E94}">
      <dsp:nvSpPr>
        <dsp:cNvPr id="0" name=""/>
        <dsp:cNvSpPr/>
      </dsp:nvSpPr>
      <dsp:spPr>
        <a:xfrm>
          <a:off x="0" y="1966151"/>
          <a:ext cx="6263640" cy="15723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44AE86-6945-4BE5-BCD8-91A7468F4B5F}">
      <dsp:nvSpPr>
        <dsp:cNvPr id="0" name=""/>
        <dsp:cNvSpPr/>
      </dsp:nvSpPr>
      <dsp:spPr>
        <a:xfrm>
          <a:off x="475646" y="2319938"/>
          <a:ext cx="864811" cy="8648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3B2262-4A3C-4AAD-B24B-7FB0EDC33FDC}">
      <dsp:nvSpPr>
        <dsp:cNvPr id="0" name=""/>
        <dsp:cNvSpPr/>
      </dsp:nvSpPr>
      <dsp:spPr>
        <a:xfrm>
          <a:off x="1816103" y="1966151"/>
          <a:ext cx="4447536" cy="15723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411" tIns="166411" rIns="166411" bIns="166411" numCol="1" spcCol="1270" anchor="ctr" anchorCtr="0">
          <a:noAutofit/>
        </a:bodyPr>
        <a:lstStyle/>
        <a:p>
          <a:pPr marL="0" lvl="0" indent="0" algn="l" defTabSz="1111250">
            <a:lnSpc>
              <a:spcPct val="90000"/>
            </a:lnSpc>
            <a:spcBef>
              <a:spcPct val="0"/>
            </a:spcBef>
            <a:spcAft>
              <a:spcPct val="35000"/>
            </a:spcAft>
            <a:buNone/>
          </a:pPr>
          <a:r>
            <a:rPr lang="en-US" sz="2500" kern="1200"/>
            <a:t>Use kraken2 for taxonomic identification</a:t>
          </a:r>
        </a:p>
      </dsp:txBody>
      <dsp:txXfrm>
        <a:off x="1816103" y="1966151"/>
        <a:ext cx="4447536" cy="1572384"/>
      </dsp:txXfrm>
    </dsp:sp>
    <dsp:sp modelId="{5BBB6068-E92C-4AEB-9B2D-5535D6BCDD3A}">
      <dsp:nvSpPr>
        <dsp:cNvPr id="0" name=""/>
        <dsp:cNvSpPr/>
      </dsp:nvSpPr>
      <dsp:spPr>
        <a:xfrm>
          <a:off x="0" y="3931632"/>
          <a:ext cx="6263640" cy="1572384"/>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DFCD99-044C-4D78-8209-1D3A82F10D0A}">
      <dsp:nvSpPr>
        <dsp:cNvPr id="0" name=""/>
        <dsp:cNvSpPr/>
      </dsp:nvSpPr>
      <dsp:spPr>
        <a:xfrm>
          <a:off x="475646" y="4285418"/>
          <a:ext cx="864811" cy="8648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FCA317E-EB30-407B-8E1B-63FB9B24E1DA}">
      <dsp:nvSpPr>
        <dsp:cNvPr id="0" name=""/>
        <dsp:cNvSpPr/>
      </dsp:nvSpPr>
      <dsp:spPr>
        <a:xfrm>
          <a:off x="1816103" y="3931632"/>
          <a:ext cx="4447536" cy="15723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411" tIns="166411" rIns="166411" bIns="166411" numCol="1" spcCol="1270" anchor="ctr" anchorCtr="0">
          <a:noAutofit/>
        </a:bodyPr>
        <a:lstStyle/>
        <a:p>
          <a:pPr marL="0" lvl="0" indent="0" algn="l" defTabSz="1111250">
            <a:lnSpc>
              <a:spcPct val="90000"/>
            </a:lnSpc>
            <a:spcBef>
              <a:spcPct val="0"/>
            </a:spcBef>
            <a:spcAft>
              <a:spcPct val="35000"/>
            </a:spcAft>
            <a:buNone/>
          </a:pPr>
          <a:r>
            <a:rPr lang="en-US" sz="2500" kern="1200"/>
            <a:t>Visualize and analyze results</a:t>
          </a:r>
        </a:p>
      </dsp:txBody>
      <dsp:txXfrm>
        <a:off x="1816103" y="3931632"/>
        <a:ext cx="4447536" cy="157238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F46E01-1B7B-1F4D-B07C-F6C1E97BE648}" type="datetimeFigureOut">
              <a:rPr lang="en-US" smtClean="0"/>
              <a:t>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97C3E2-D233-794C-891D-4088E6AD2F4F}" type="slidenum">
              <a:rPr lang="en-US" smtClean="0"/>
              <a:t>‹#›</a:t>
            </a:fld>
            <a:endParaRPr lang="en-US"/>
          </a:p>
        </p:txBody>
      </p:sp>
    </p:spTree>
    <p:extLst>
      <p:ext uri="{BB962C8B-B14F-4D97-AF65-F5344CB8AC3E}">
        <p14:creationId xmlns:p14="http://schemas.microsoft.com/office/powerpoint/2010/main" val="390842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CDA42D7-2ED9-974D-9D60-FC400BDC6286}" type="slidenum">
              <a:rPr lang="en-US" smtClean="0"/>
              <a:t>1</a:t>
            </a:fld>
            <a:endParaRPr lang="en-US"/>
          </a:p>
        </p:txBody>
      </p:sp>
    </p:spTree>
    <p:extLst>
      <p:ext uri="{BB962C8B-B14F-4D97-AF65-F5344CB8AC3E}">
        <p14:creationId xmlns:p14="http://schemas.microsoft.com/office/powerpoint/2010/main" val="20008810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CDA42D7-2ED9-974D-9D60-FC400BDC6286}" type="slidenum">
              <a:rPr lang="en-US" smtClean="0"/>
              <a:t>2</a:t>
            </a:fld>
            <a:endParaRPr lang="en-US"/>
          </a:p>
        </p:txBody>
      </p:sp>
    </p:spTree>
    <p:extLst>
      <p:ext uri="{BB962C8B-B14F-4D97-AF65-F5344CB8AC3E}">
        <p14:creationId xmlns:p14="http://schemas.microsoft.com/office/powerpoint/2010/main" val="10794294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included this in the first workshop presentation so I think it might be helpful to go over again</a:t>
            </a:r>
          </a:p>
        </p:txBody>
      </p:sp>
      <p:sp>
        <p:nvSpPr>
          <p:cNvPr id="4" name="Slide Number Placeholder 3"/>
          <p:cNvSpPr>
            <a:spLocks noGrp="1"/>
          </p:cNvSpPr>
          <p:nvPr>
            <p:ph type="sldNum" sz="quarter" idx="5"/>
          </p:nvPr>
        </p:nvSpPr>
        <p:spPr/>
        <p:txBody>
          <a:bodyPr/>
          <a:lstStyle/>
          <a:p>
            <a:fld id="{9CDA42D7-2ED9-974D-9D60-FC400BDC6286}" type="slidenum">
              <a:rPr lang="en-US" smtClean="0"/>
              <a:t>3</a:t>
            </a:fld>
            <a:endParaRPr lang="en-US"/>
          </a:p>
        </p:txBody>
      </p:sp>
    </p:spTree>
    <p:extLst>
      <p:ext uri="{BB962C8B-B14F-4D97-AF65-F5344CB8AC3E}">
        <p14:creationId xmlns:p14="http://schemas.microsoft.com/office/powerpoint/2010/main" val="25528600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included this in the first workshop presentation so I think it might be helpful to go over again</a:t>
            </a:r>
          </a:p>
          <a:p>
            <a:endParaRPr lang="en-US"/>
          </a:p>
        </p:txBody>
      </p:sp>
      <p:sp>
        <p:nvSpPr>
          <p:cNvPr id="4" name="Slide Number Placeholder 3"/>
          <p:cNvSpPr>
            <a:spLocks noGrp="1"/>
          </p:cNvSpPr>
          <p:nvPr>
            <p:ph type="sldNum" sz="quarter" idx="5"/>
          </p:nvPr>
        </p:nvSpPr>
        <p:spPr/>
        <p:txBody>
          <a:bodyPr/>
          <a:lstStyle/>
          <a:p>
            <a:fld id="{9CDA42D7-2ED9-974D-9D60-FC400BDC6286}" type="slidenum">
              <a:rPr lang="en-US" smtClean="0"/>
              <a:t>4</a:t>
            </a:fld>
            <a:endParaRPr lang="en-US"/>
          </a:p>
        </p:txBody>
      </p:sp>
    </p:spTree>
    <p:extLst>
      <p:ext uri="{BB962C8B-B14F-4D97-AF65-F5344CB8AC3E}">
        <p14:creationId xmlns:p14="http://schemas.microsoft.com/office/powerpoint/2010/main" val="1851782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E97C3E2-D233-794C-891D-4088E6AD2F4F}" type="slidenum">
              <a:rPr lang="en-US" smtClean="0"/>
              <a:t>5</a:t>
            </a:fld>
            <a:endParaRPr lang="en-US"/>
          </a:p>
        </p:txBody>
      </p:sp>
    </p:spTree>
    <p:extLst>
      <p:ext uri="{BB962C8B-B14F-4D97-AF65-F5344CB8AC3E}">
        <p14:creationId xmlns:p14="http://schemas.microsoft.com/office/powerpoint/2010/main" val="18435016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B4973-C6BC-C390-A655-C640A01943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61D65B-826B-A392-1049-FA2C669E324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3ABC92A-D844-FF7A-A3AD-92DF19D9491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5315264-5973-E1E6-69C5-267BB5AA442B}"/>
              </a:ext>
            </a:extLst>
          </p:cNvPr>
          <p:cNvSpPr>
            <a:spLocks noGrp="1"/>
          </p:cNvSpPr>
          <p:nvPr>
            <p:ph type="sldNum" sz="quarter" idx="5"/>
          </p:nvPr>
        </p:nvSpPr>
        <p:spPr/>
        <p:txBody>
          <a:bodyPr/>
          <a:lstStyle/>
          <a:p>
            <a:fld id="{ABBBB8E0-56E9-C848-91D2-870B8344A2D1}" type="slidenum">
              <a:rPr lang="en-US" smtClean="0"/>
              <a:t>8</a:t>
            </a:fld>
            <a:endParaRPr lang="en-US"/>
          </a:p>
        </p:txBody>
      </p:sp>
    </p:spTree>
    <p:extLst>
      <p:ext uri="{BB962C8B-B14F-4D97-AF65-F5344CB8AC3E}">
        <p14:creationId xmlns:p14="http://schemas.microsoft.com/office/powerpoint/2010/main" val="30996006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32808-E831-599A-11E4-2503517A1E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8C7AD9-61F2-3A40-BCEC-9990828C038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C3596A5-B1C0-416D-E0C3-F33A4A84A2C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7251D0E-4AFD-3AE8-5FA4-E53DAD2A1359}"/>
              </a:ext>
            </a:extLst>
          </p:cNvPr>
          <p:cNvSpPr>
            <a:spLocks noGrp="1"/>
          </p:cNvSpPr>
          <p:nvPr>
            <p:ph type="sldNum" sz="quarter" idx="5"/>
          </p:nvPr>
        </p:nvSpPr>
        <p:spPr/>
        <p:txBody>
          <a:bodyPr/>
          <a:lstStyle/>
          <a:p>
            <a:fld id="{ABBBB8E0-56E9-C848-91D2-870B8344A2D1}" type="slidenum">
              <a:rPr lang="en-US" smtClean="0"/>
              <a:t>9</a:t>
            </a:fld>
            <a:endParaRPr lang="en-US"/>
          </a:p>
        </p:txBody>
      </p:sp>
    </p:spTree>
    <p:extLst>
      <p:ext uri="{BB962C8B-B14F-4D97-AF65-F5344CB8AC3E}">
        <p14:creationId xmlns:p14="http://schemas.microsoft.com/office/powerpoint/2010/main" val="39175069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2773F-E08C-05B7-838D-A38B1FD817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AB8DA-C460-5D19-BF63-C2F0DD8C42A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3B2769E-B6CC-B6AE-949E-880979ADA4D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8DD514C-3A28-FB0B-EC7F-C5125343E7A5}"/>
              </a:ext>
            </a:extLst>
          </p:cNvPr>
          <p:cNvSpPr>
            <a:spLocks noGrp="1"/>
          </p:cNvSpPr>
          <p:nvPr>
            <p:ph type="sldNum" sz="quarter" idx="5"/>
          </p:nvPr>
        </p:nvSpPr>
        <p:spPr/>
        <p:txBody>
          <a:bodyPr/>
          <a:lstStyle/>
          <a:p>
            <a:fld id="{ABBBB8E0-56E9-C848-91D2-870B8344A2D1}" type="slidenum">
              <a:rPr lang="en-US" smtClean="0"/>
              <a:t>10</a:t>
            </a:fld>
            <a:endParaRPr lang="en-US"/>
          </a:p>
        </p:txBody>
      </p:sp>
    </p:spTree>
    <p:extLst>
      <p:ext uri="{BB962C8B-B14F-4D97-AF65-F5344CB8AC3E}">
        <p14:creationId xmlns:p14="http://schemas.microsoft.com/office/powerpoint/2010/main" val="15403794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E40CE-01AF-7AA5-EE06-C72A55E959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BB1669-1887-6F95-0DFB-E881279A1C3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DF0ADD6-2EE2-C3CE-98B5-4788CCB98E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867A45-3559-E089-2BF5-B49F75823E4D}"/>
              </a:ext>
            </a:extLst>
          </p:cNvPr>
          <p:cNvSpPr>
            <a:spLocks noGrp="1"/>
          </p:cNvSpPr>
          <p:nvPr>
            <p:ph type="sldNum" sz="quarter" idx="5"/>
          </p:nvPr>
        </p:nvSpPr>
        <p:spPr/>
        <p:txBody>
          <a:bodyPr/>
          <a:lstStyle/>
          <a:p>
            <a:fld id="{ABBBB8E0-56E9-C848-91D2-870B8344A2D1}" type="slidenum">
              <a:rPr lang="en-US" smtClean="0"/>
              <a:t>11</a:t>
            </a:fld>
            <a:endParaRPr lang="en-US"/>
          </a:p>
        </p:txBody>
      </p:sp>
    </p:spTree>
    <p:extLst>
      <p:ext uri="{BB962C8B-B14F-4D97-AF65-F5344CB8AC3E}">
        <p14:creationId xmlns:p14="http://schemas.microsoft.com/office/powerpoint/2010/main" val="14302348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2BFFE-8BFA-233E-6BC3-704BE0DEBE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09F671-9853-94CA-B71C-E3599A8E49E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9EB7C3D-2263-DB3D-4A34-E45126B0F3F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68A524A-8145-CD8E-FB08-EA8F76E43366}"/>
              </a:ext>
            </a:extLst>
          </p:cNvPr>
          <p:cNvSpPr>
            <a:spLocks noGrp="1"/>
          </p:cNvSpPr>
          <p:nvPr>
            <p:ph type="sldNum" sz="quarter" idx="5"/>
          </p:nvPr>
        </p:nvSpPr>
        <p:spPr/>
        <p:txBody>
          <a:bodyPr/>
          <a:lstStyle/>
          <a:p>
            <a:fld id="{ABBBB8E0-56E9-C848-91D2-870B8344A2D1}" type="slidenum">
              <a:rPr lang="en-US" smtClean="0"/>
              <a:t>12</a:t>
            </a:fld>
            <a:endParaRPr lang="en-US"/>
          </a:p>
        </p:txBody>
      </p:sp>
    </p:spTree>
    <p:extLst>
      <p:ext uri="{BB962C8B-B14F-4D97-AF65-F5344CB8AC3E}">
        <p14:creationId xmlns:p14="http://schemas.microsoft.com/office/powerpoint/2010/main" val="40238133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DBE7F-8246-BC12-7776-9BB1A653CB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A382C5-2BA1-829F-37B7-6B7192C2496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7AB957E-31F6-1FCC-64FB-F434EE4239F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D9DB14D-3C80-71CF-89B0-05A8DC91FCD5}"/>
              </a:ext>
            </a:extLst>
          </p:cNvPr>
          <p:cNvSpPr>
            <a:spLocks noGrp="1"/>
          </p:cNvSpPr>
          <p:nvPr>
            <p:ph type="sldNum" sz="quarter" idx="5"/>
          </p:nvPr>
        </p:nvSpPr>
        <p:spPr/>
        <p:txBody>
          <a:bodyPr/>
          <a:lstStyle/>
          <a:p>
            <a:fld id="{ABBBB8E0-56E9-C848-91D2-870B8344A2D1}" type="slidenum">
              <a:rPr lang="en-US" smtClean="0"/>
              <a:t>13</a:t>
            </a:fld>
            <a:endParaRPr lang="en-US"/>
          </a:p>
        </p:txBody>
      </p:sp>
    </p:spTree>
    <p:extLst>
      <p:ext uri="{BB962C8B-B14F-4D97-AF65-F5344CB8AC3E}">
        <p14:creationId xmlns:p14="http://schemas.microsoft.com/office/powerpoint/2010/main" val="3362336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56718-6CAA-A599-EFDA-ECB08A6CDC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641604-9BD6-5B3C-FD22-7E438CC5CF1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4A6538A-9944-7FBA-CEC7-B6E18B7A48E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4335314-4FDA-BF5A-ACFE-0270B83C4E98}"/>
              </a:ext>
            </a:extLst>
          </p:cNvPr>
          <p:cNvSpPr>
            <a:spLocks noGrp="1"/>
          </p:cNvSpPr>
          <p:nvPr>
            <p:ph type="sldNum" sz="quarter" idx="5"/>
          </p:nvPr>
        </p:nvSpPr>
        <p:spPr/>
        <p:txBody>
          <a:bodyPr/>
          <a:lstStyle/>
          <a:p>
            <a:fld id="{ABBBB8E0-56E9-C848-91D2-870B8344A2D1}" type="slidenum">
              <a:rPr lang="en-US" smtClean="0"/>
              <a:t>18</a:t>
            </a:fld>
            <a:endParaRPr lang="en-US"/>
          </a:p>
        </p:txBody>
      </p:sp>
    </p:spTree>
    <p:extLst>
      <p:ext uri="{BB962C8B-B14F-4D97-AF65-F5344CB8AC3E}">
        <p14:creationId xmlns:p14="http://schemas.microsoft.com/office/powerpoint/2010/main" val="16546560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E97C3E2-D233-794C-891D-4088E6AD2F4F}" type="slidenum">
              <a:rPr lang="en-US" smtClean="0"/>
              <a:t>19</a:t>
            </a:fld>
            <a:endParaRPr lang="en-US"/>
          </a:p>
        </p:txBody>
      </p:sp>
    </p:spTree>
    <p:extLst>
      <p:ext uri="{BB962C8B-B14F-4D97-AF65-F5344CB8AC3E}">
        <p14:creationId xmlns:p14="http://schemas.microsoft.com/office/powerpoint/2010/main" val="36107798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C09796B-87C8-C441-84DE-728341FC3E17}"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422776-A5A5-B140-B069-D5B5D80B6063}" type="slidenum">
              <a:rPr lang="en-US" smtClean="0"/>
              <a:t>‹#›</a:t>
            </a:fld>
            <a:endParaRPr lang="en-US"/>
          </a:p>
        </p:txBody>
      </p:sp>
    </p:spTree>
    <p:extLst>
      <p:ext uri="{BB962C8B-B14F-4D97-AF65-F5344CB8AC3E}">
        <p14:creationId xmlns:p14="http://schemas.microsoft.com/office/powerpoint/2010/main" val="34466731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C09796B-87C8-C441-84DE-728341FC3E17}"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422776-A5A5-B140-B069-D5B5D80B6063}" type="slidenum">
              <a:rPr lang="en-US" smtClean="0"/>
              <a:t>‹#›</a:t>
            </a:fld>
            <a:endParaRPr lang="en-US"/>
          </a:p>
        </p:txBody>
      </p:sp>
    </p:spTree>
    <p:extLst>
      <p:ext uri="{BB962C8B-B14F-4D97-AF65-F5344CB8AC3E}">
        <p14:creationId xmlns:p14="http://schemas.microsoft.com/office/powerpoint/2010/main" val="570800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09796B-87C8-C441-84DE-728341FC3E17}"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422776-A5A5-B140-B069-D5B5D80B6063}" type="slidenum">
              <a:rPr lang="en-US" smtClean="0"/>
              <a:t>‹#›</a:t>
            </a:fld>
            <a:endParaRPr lang="en-US"/>
          </a:p>
        </p:txBody>
      </p:sp>
    </p:spTree>
    <p:extLst>
      <p:ext uri="{BB962C8B-B14F-4D97-AF65-F5344CB8AC3E}">
        <p14:creationId xmlns:p14="http://schemas.microsoft.com/office/powerpoint/2010/main" val="4240827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C09796B-87C8-C441-84DE-728341FC3E17}"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422776-A5A5-B140-B069-D5B5D80B6063}" type="slidenum">
              <a:rPr lang="en-US" smtClean="0"/>
              <a:t>‹#›</a:t>
            </a:fld>
            <a:endParaRPr lang="en-US"/>
          </a:p>
        </p:txBody>
      </p:sp>
    </p:spTree>
    <p:extLst>
      <p:ext uri="{BB962C8B-B14F-4D97-AF65-F5344CB8AC3E}">
        <p14:creationId xmlns:p14="http://schemas.microsoft.com/office/powerpoint/2010/main" val="1364658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C09796B-87C8-C441-84DE-728341FC3E17}" type="datetimeFigureOut">
              <a:rPr lang="en-US" smtClean="0"/>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9422776-A5A5-B140-B069-D5B5D80B6063}" type="slidenum">
              <a:rPr lang="en-US" smtClean="0"/>
              <a:t>‹#›</a:t>
            </a:fld>
            <a:endParaRPr lang="en-US"/>
          </a:p>
        </p:txBody>
      </p:sp>
    </p:spTree>
    <p:extLst>
      <p:ext uri="{BB962C8B-B14F-4D97-AF65-F5344CB8AC3E}">
        <p14:creationId xmlns:p14="http://schemas.microsoft.com/office/powerpoint/2010/main" val="1407881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C09796B-87C8-C441-84DE-728341FC3E17}" type="datetimeFigureOut">
              <a:rPr lang="en-US" smtClean="0"/>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9422776-A5A5-B140-B069-D5B5D80B6063}" type="slidenum">
              <a:rPr lang="en-US" smtClean="0"/>
              <a:t>‹#›</a:t>
            </a:fld>
            <a:endParaRPr lang="en-US"/>
          </a:p>
        </p:txBody>
      </p:sp>
    </p:spTree>
    <p:extLst>
      <p:ext uri="{BB962C8B-B14F-4D97-AF65-F5344CB8AC3E}">
        <p14:creationId xmlns:p14="http://schemas.microsoft.com/office/powerpoint/2010/main" val="3462048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09796B-87C8-C441-84DE-728341FC3E17}" type="datetimeFigureOut">
              <a:rPr lang="en-US" smtClean="0"/>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9422776-A5A5-B140-B069-D5B5D80B6063}" type="slidenum">
              <a:rPr lang="en-US" smtClean="0"/>
              <a:t>‹#›</a:t>
            </a:fld>
            <a:endParaRPr lang="en-US"/>
          </a:p>
        </p:txBody>
      </p:sp>
    </p:spTree>
    <p:extLst>
      <p:ext uri="{BB962C8B-B14F-4D97-AF65-F5344CB8AC3E}">
        <p14:creationId xmlns:p14="http://schemas.microsoft.com/office/powerpoint/2010/main" val="35684298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C09796B-87C8-C441-84DE-728341FC3E17}"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422776-A5A5-B140-B069-D5B5D80B6063}" type="slidenum">
              <a:rPr lang="en-US" smtClean="0"/>
              <a:t>‹#›</a:t>
            </a:fld>
            <a:endParaRPr lang="en-US"/>
          </a:p>
        </p:txBody>
      </p:sp>
    </p:spTree>
    <p:extLst>
      <p:ext uri="{BB962C8B-B14F-4D97-AF65-F5344CB8AC3E}">
        <p14:creationId xmlns:p14="http://schemas.microsoft.com/office/powerpoint/2010/main" val="2447620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C09796B-87C8-C441-84DE-728341FC3E17}" type="datetimeFigureOut">
              <a:rPr lang="en-US" smtClean="0"/>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422776-A5A5-B140-B069-D5B5D80B6063}" type="slidenum">
              <a:rPr lang="en-US" smtClean="0"/>
              <a:t>‹#›</a:t>
            </a:fld>
            <a:endParaRPr lang="en-US"/>
          </a:p>
        </p:txBody>
      </p:sp>
    </p:spTree>
    <p:extLst>
      <p:ext uri="{BB962C8B-B14F-4D97-AF65-F5344CB8AC3E}">
        <p14:creationId xmlns:p14="http://schemas.microsoft.com/office/powerpoint/2010/main" val="11244494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C09796B-87C8-C441-84DE-728341FC3E17}"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422776-A5A5-B140-B069-D5B5D80B6063}" type="slidenum">
              <a:rPr lang="en-US" smtClean="0"/>
              <a:t>‹#›</a:t>
            </a:fld>
            <a:endParaRPr lang="en-US"/>
          </a:p>
        </p:txBody>
      </p:sp>
    </p:spTree>
    <p:extLst>
      <p:ext uri="{BB962C8B-B14F-4D97-AF65-F5344CB8AC3E}">
        <p14:creationId xmlns:p14="http://schemas.microsoft.com/office/powerpoint/2010/main" val="40277353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C09796B-87C8-C441-84DE-728341FC3E17}" type="datetimeFigureOut">
              <a:rPr lang="en-US" smtClean="0"/>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422776-A5A5-B140-B069-D5B5D80B6063}" type="slidenum">
              <a:rPr lang="en-US" smtClean="0"/>
              <a:t>‹#›</a:t>
            </a:fld>
            <a:endParaRPr lang="en-US"/>
          </a:p>
        </p:txBody>
      </p:sp>
    </p:spTree>
    <p:extLst>
      <p:ext uri="{BB962C8B-B14F-4D97-AF65-F5344CB8AC3E}">
        <p14:creationId xmlns:p14="http://schemas.microsoft.com/office/powerpoint/2010/main" val="4108911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09796B-87C8-C441-84DE-728341FC3E17}" type="datetimeFigureOut">
              <a:rPr lang="en-US" smtClean="0"/>
              <a:t>11/5/2025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422776-A5A5-B140-B069-D5B5D80B6063}" type="slidenum">
              <a:rPr lang="en-US" smtClean="0"/>
              <a:t>‹#›</a:t>
            </a:fld>
            <a:endParaRPr lang="en-US"/>
          </a:p>
        </p:txBody>
      </p:sp>
    </p:spTree>
    <p:extLst>
      <p:ext uri="{BB962C8B-B14F-4D97-AF65-F5344CB8AC3E}">
        <p14:creationId xmlns:p14="http://schemas.microsoft.com/office/powerpoint/2010/main" val="38527714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hyperlink" Target="https://www.publicdomainpictures.net/en/view-image.php?image=123970&amp;picture=check-mark-icon" TargetMode="External"/><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Futuristic DNA helix in black background">
            <a:extLst>
              <a:ext uri="{FF2B5EF4-FFF2-40B4-BE49-F238E27FC236}">
                <a16:creationId xmlns:a16="http://schemas.microsoft.com/office/drawing/2014/main" id="{B2E01739-BBD8-B75A-542E-340C91896504}"/>
              </a:ext>
            </a:extLst>
          </p:cNvPr>
          <p:cNvPicPr>
            <a:picLocks noChangeAspect="1"/>
          </p:cNvPicPr>
          <p:nvPr/>
        </p:nvPicPr>
        <p:blipFill>
          <a:blip r:embed="rId3"/>
          <a:srcRect/>
          <a:stretch>
            <a:fillRect/>
          </a:stretch>
        </p:blipFill>
        <p:spPr>
          <a:xfrm>
            <a:off x="-3047" y="10"/>
            <a:ext cx="12191999" cy="6857990"/>
          </a:xfrm>
          <a:prstGeom prst="rect">
            <a:avLst/>
          </a:prstGeom>
        </p:spPr>
      </p:pic>
      <p:sp>
        <p:nvSpPr>
          <p:cNvPr id="2" name="Title 1">
            <a:extLst>
              <a:ext uri="{FF2B5EF4-FFF2-40B4-BE49-F238E27FC236}">
                <a16:creationId xmlns:a16="http://schemas.microsoft.com/office/drawing/2014/main" id="{DD7A7017-0D60-1B59-D546-8EAE1C0404A7}"/>
              </a:ext>
            </a:extLst>
          </p:cNvPr>
          <p:cNvSpPr>
            <a:spLocks noGrp="1"/>
          </p:cNvSpPr>
          <p:nvPr>
            <p:ph type="ctrTitle"/>
          </p:nvPr>
        </p:nvSpPr>
        <p:spPr>
          <a:xfrm>
            <a:off x="33251" y="497265"/>
            <a:ext cx="12192000" cy="3574778"/>
          </a:xfrm>
          <a:effectLst>
            <a:outerShdw blurRad="50800" dist="38100" dir="2700000" algn="tl" rotWithShape="0">
              <a:prstClr val="black">
                <a:alpha val="40000"/>
              </a:prstClr>
            </a:outerShdw>
          </a:effectLst>
        </p:spPr>
        <p:txBody>
          <a:bodyPr>
            <a:normAutofit/>
          </a:bodyPr>
          <a:lstStyle/>
          <a:p>
            <a:r>
              <a:rPr lang="en-US" sz="5200">
                <a:solidFill>
                  <a:srgbClr val="FFFFFF"/>
                </a:solidFill>
                <a:cs typeface="Times New Roman" panose="02020603050405020304" pitchFamily="18" charset="0"/>
              </a:rPr>
              <a:t>DAWG Workshop #2: </a:t>
            </a:r>
            <a:br>
              <a:rPr lang="en-US" sz="5200">
                <a:solidFill>
                  <a:srgbClr val="FFFFFF"/>
                </a:solidFill>
                <a:cs typeface="Times New Roman" panose="02020603050405020304" pitchFamily="18" charset="0"/>
              </a:rPr>
            </a:br>
            <a:r>
              <a:rPr lang="en-US" sz="5200">
                <a:solidFill>
                  <a:srgbClr val="FFFFFF"/>
                </a:solidFill>
                <a:cs typeface="Times New Roman" panose="02020603050405020304" pitchFamily="18" charset="0"/>
              </a:rPr>
              <a:t>Metagenomic Sequencing</a:t>
            </a:r>
          </a:p>
        </p:txBody>
      </p:sp>
      <p:sp>
        <p:nvSpPr>
          <p:cNvPr id="3" name="Subtitle 2">
            <a:extLst>
              <a:ext uri="{FF2B5EF4-FFF2-40B4-BE49-F238E27FC236}">
                <a16:creationId xmlns:a16="http://schemas.microsoft.com/office/drawing/2014/main" id="{CCE049C7-5846-84C8-B71E-F7B986EEC808}"/>
              </a:ext>
            </a:extLst>
          </p:cNvPr>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a:normAutofit/>
          </a:bodyPr>
          <a:lstStyle/>
          <a:p>
            <a:r>
              <a:rPr lang="en-US">
                <a:solidFill>
                  <a:srgbClr val="FFFFFF"/>
                </a:solidFill>
                <a:latin typeface="Times New Roman" panose="02020603050405020304" pitchFamily="18" charset="0"/>
                <a:cs typeface="Times New Roman" panose="02020603050405020304" pitchFamily="18" charset="0"/>
              </a:rPr>
              <a:t>Tree of Life Workshop Series</a:t>
            </a:r>
          </a:p>
        </p:txBody>
      </p:sp>
    </p:spTree>
    <p:extLst>
      <p:ext uri="{BB962C8B-B14F-4D97-AF65-F5344CB8AC3E}">
        <p14:creationId xmlns:p14="http://schemas.microsoft.com/office/powerpoint/2010/main" val="119726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EA85B-9F43-58DD-B12D-EE0397CDC88C}"/>
              </a:ext>
            </a:extLst>
          </p:cNvPr>
          <p:cNvSpPr>
            <a:spLocks noGrp="1"/>
          </p:cNvSpPr>
          <p:nvPr>
            <p:ph type="title"/>
          </p:nvPr>
        </p:nvSpPr>
        <p:spPr>
          <a:xfrm>
            <a:off x="838200" y="557189"/>
            <a:ext cx="3374136" cy="5567891"/>
          </a:xfrm>
        </p:spPr>
        <p:txBody>
          <a:bodyPr>
            <a:normAutofit/>
          </a:bodyPr>
          <a:lstStyle/>
          <a:p>
            <a:r>
              <a:rPr lang="en-US" sz="4000"/>
              <a:t>Workshop Objectives</a:t>
            </a:r>
          </a:p>
        </p:txBody>
      </p:sp>
      <p:graphicFrame>
        <p:nvGraphicFramePr>
          <p:cNvPr id="5" name="Content Placeholder 2">
            <a:extLst>
              <a:ext uri="{FF2B5EF4-FFF2-40B4-BE49-F238E27FC236}">
                <a16:creationId xmlns:a16="http://schemas.microsoft.com/office/drawing/2014/main" id="{45168BC8-92F2-6D02-F006-3DF289FEF1F7}"/>
              </a:ext>
            </a:extLst>
          </p:cNvPr>
          <p:cNvGraphicFramePr>
            <a:graphicFrameLocks noGrp="1"/>
          </p:cNvGraphicFramePr>
          <p:nvPr>
            <p:ph idx="1"/>
            <p:extLst>
              <p:ext uri="{D42A27DB-BD31-4B8C-83A1-F6EECF244321}">
                <p14:modId xmlns:p14="http://schemas.microsoft.com/office/powerpoint/2010/main" val="705803998"/>
              </p:ext>
            </p:extLst>
          </p:nvPr>
        </p:nvGraphicFramePr>
        <p:xfrm>
          <a:off x="5093208" y="620392"/>
          <a:ext cx="6263640" cy="55046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29621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75F10-9DCB-A9B7-CCFE-9DE48DC1BDB5}"/>
              </a:ext>
            </a:extLst>
          </p:cNvPr>
          <p:cNvSpPr>
            <a:spLocks noGrp="1"/>
          </p:cNvSpPr>
          <p:nvPr>
            <p:ph type="title"/>
          </p:nvPr>
        </p:nvSpPr>
        <p:spPr/>
        <p:txBody>
          <a:bodyPr/>
          <a:lstStyle/>
          <a:p>
            <a:pPr algn="ctr"/>
            <a:r>
              <a:rPr lang="en-US"/>
              <a:t>Amplicon vs. Metagenomics</a:t>
            </a:r>
          </a:p>
        </p:txBody>
      </p:sp>
      <p:sp>
        <p:nvSpPr>
          <p:cNvPr id="3" name="Content Placeholder 2">
            <a:extLst>
              <a:ext uri="{FF2B5EF4-FFF2-40B4-BE49-F238E27FC236}">
                <a16:creationId xmlns:a16="http://schemas.microsoft.com/office/drawing/2014/main" id="{6E228AA4-B502-B917-4BD2-172722269AFA}"/>
              </a:ext>
            </a:extLst>
          </p:cNvPr>
          <p:cNvSpPr>
            <a:spLocks noGrp="1"/>
          </p:cNvSpPr>
          <p:nvPr>
            <p:ph idx="1"/>
          </p:nvPr>
        </p:nvSpPr>
        <p:spPr>
          <a:xfrm>
            <a:off x="838200" y="1858493"/>
            <a:ext cx="3975538" cy="4351338"/>
          </a:xfrm>
        </p:spPr>
        <p:txBody>
          <a:bodyPr>
            <a:normAutofit lnSpcReduction="10000"/>
          </a:bodyPr>
          <a:lstStyle/>
          <a:p>
            <a:r>
              <a:rPr lang="en-US" sz="3200" b="1">
                <a:solidFill>
                  <a:schemeClr val="accent1"/>
                </a:solidFill>
              </a:rPr>
              <a:t>Amplicon</a:t>
            </a:r>
          </a:p>
          <a:p>
            <a:pPr lvl="1"/>
            <a:r>
              <a:rPr lang="en-US" sz="2800"/>
              <a:t>Targets specific regions for sequencing</a:t>
            </a:r>
          </a:p>
          <a:p>
            <a:pPr marL="457200" lvl="1" indent="0">
              <a:buNone/>
            </a:pPr>
            <a:endParaRPr lang="en-US" sz="2800"/>
          </a:p>
          <a:p>
            <a:pPr marL="457200" lvl="1" indent="0">
              <a:buNone/>
            </a:pPr>
            <a:endParaRPr lang="en-US" sz="2800"/>
          </a:p>
          <a:p>
            <a:r>
              <a:rPr lang="en-US" sz="3200" b="1">
                <a:solidFill>
                  <a:schemeClr val="accent5"/>
                </a:solidFill>
              </a:rPr>
              <a:t>Metagenomics</a:t>
            </a:r>
          </a:p>
          <a:p>
            <a:pPr lvl="1"/>
            <a:r>
              <a:rPr lang="en-US" sz="2800"/>
              <a:t>Sequences entire genetic material present in a sample</a:t>
            </a:r>
          </a:p>
        </p:txBody>
      </p:sp>
      <p:pic>
        <p:nvPicPr>
          <p:cNvPr id="4" name="Picture 2" descr="Amplicon and metagenomics overview">
            <a:extLst>
              <a:ext uri="{FF2B5EF4-FFF2-40B4-BE49-F238E27FC236}">
                <a16:creationId xmlns:a16="http://schemas.microsoft.com/office/drawing/2014/main" id="{B16D16E8-F030-6E7F-EB8E-75D3679354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9131" y="1825625"/>
            <a:ext cx="6364669" cy="4243113"/>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3">
            <a:extLst>
              <a:ext uri="{FF2B5EF4-FFF2-40B4-BE49-F238E27FC236}">
                <a16:creationId xmlns:a16="http://schemas.microsoft.com/office/drawing/2014/main" id="{6A44B1E5-5170-6578-A3F5-CD5B6A2E2731}"/>
              </a:ext>
            </a:extLst>
          </p:cNvPr>
          <p:cNvSpPr txBox="1">
            <a:spLocks/>
          </p:cNvSpPr>
          <p:nvPr/>
        </p:nvSpPr>
        <p:spPr>
          <a:xfrm>
            <a:off x="5810790" y="2152561"/>
            <a:ext cx="3996150" cy="8239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solidFill>
                  <a:schemeClr val="accent1"/>
                </a:solidFill>
              </a:rPr>
              <a:t>“Who is there?”</a:t>
            </a:r>
          </a:p>
        </p:txBody>
      </p:sp>
      <p:sp>
        <p:nvSpPr>
          <p:cNvPr id="6" name="Text Placeholder 5">
            <a:extLst>
              <a:ext uri="{FF2B5EF4-FFF2-40B4-BE49-F238E27FC236}">
                <a16:creationId xmlns:a16="http://schemas.microsoft.com/office/drawing/2014/main" id="{F0360371-9E02-1DAB-392D-0E1EE20D4851}"/>
              </a:ext>
            </a:extLst>
          </p:cNvPr>
          <p:cNvSpPr txBox="1">
            <a:spLocks/>
          </p:cNvSpPr>
          <p:nvPr/>
        </p:nvSpPr>
        <p:spPr>
          <a:xfrm>
            <a:off x="6473179" y="5379763"/>
            <a:ext cx="2671372" cy="823912"/>
          </a:xfrm>
          <a:prstGeom prst="rect">
            <a:avLst/>
          </a:prstGeom>
        </p:spPr>
        <p:txBody>
          <a:bodyP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a:solidFill>
                  <a:schemeClr val="accent5"/>
                </a:solidFill>
              </a:rPr>
              <a:t>“Who is there and what can they do?”</a:t>
            </a:r>
          </a:p>
        </p:txBody>
      </p:sp>
    </p:spTree>
    <p:extLst>
      <p:ext uri="{BB962C8B-B14F-4D97-AF65-F5344CB8AC3E}">
        <p14:creationId xmlns:p14="http://schemas.microsoft.com/office/powerpoint/2010/main" val="1116984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77636-445C-D193-719A-7E1581744CC2}"/>
              </a:ext>
            </a:extLst>
          </p:cNvPr>
          <p:cNvSpPr>
            <a:spLocks noGrp="1"/>
          </p:cNvSpPr>
          <p:nvPr>
            <p:ph type="title"/>
          </p:nvPr>
        </p:nvSpPr>
        <p:spPr/>
        <p:txBody>
          <a:bodyPr/>
          <a:lstStyle/>
          <a:p>
            <a:pPr algn="ctr"/>
            <a:r>
              <a:rPr lang="en-US"/>
              <a:t>Advantages &amp; Limitations</a:t>
            </a:r>
          </a:p>
        </p:txBody>
      </p:sp>
      <p:sp>
        <p:nvSpPr>
          <p:cNvPr id="4" name="Text Placeholder 3">
            <a:extLst>
              <a:ext uri="{FF2B5EF4-FFF2-40B4-BE49-F238E27FC236}">
                <a16:creationId xmlns:a16="http://schemas.microsoft.com/office/drawing/2014/main" id="{BAA33D98-6CD6-EFC7-B5CE-37466691AEED}"/>
              </a:ext>
            </a:extLst>
          </p:cNvPr>
          <p:cNvSpPr>
            <a:spLocks noGrp="1"/>
          </p:cNvSpPr>
          <p:nvPr>
            <p:ph type="body" idx="1"/>
          </p:nvPr>
        </p:nvSpPr>
        <p:spPr>
          <a:xfrm rot="20414799">
            <a:off x="356612" y="1954036"/>
            <a:ext cx="3996150" cy="823912"/>
          </a:xfrm>
        </p:spPr>
        <p:txBody>
          <a:bodyPr>
            <a:normAutofit fontScale="92500" lnSpcReduction="10000"/>
          </a:bodyPr>
          <a:lstStyle/>
          <a:p>
            <a:pPr algn="ctr"/>
            <a:r>
              <a:rPr lang="en-US" sz="3200">
                <a:solidFill>
                  <a:schemeClr val="accent1"/>
                </a:solidFill>
              </a:rPr>
              <a:t>“Who is there?”</a:t>
            </a:r>
          </a:p>
        </p:txBody>
      </p:sp>
      <p:sp>
        <p:nvSpPr>
          <p:cNvPr id="6" name="Text Placeholder 5">
            <a:extLst>
              <a:ext uri="{FF2B5EF4-FFF2-40B4-BE49-F238E27FC236}">
                <a16:creationId xmlns:a16="http://schemas.microsoft.com/office/drawing/2014/main" id="{2DEDEEB5-BEAE-FEC1-5463-DB6FC4964048}"/>
              </a:ext>
            </a:extLst>
          </p:cNvPr>
          <p:cNvSpPr>
            <a:spLocks noGrp="1"/>
          </p:cNvSpPr>
          <p:nvPr>
            <p:ph type="body" sz="quarter" idx="3"/>
          </p:nvPr>
        </p:nvSpPr>
        <p:spPr>
          <a:xfrm rot="1224563">
            <a:off x="8199946" y="2043243"/>
            <a:ext cx="3973100" cy="823912"/>
          </a:xfrm>
        </p:spPr>
        <p:txBody>
          <a:bodyPr>
            <a:normAutofit fontScale="92500" lnSpcReduction="10000"/>
          </a:bodyPr>
          <a:lstStyle/>
          <a:p>
            <a:pPr algn="ctr"/>
            <a:r>
              <a:rPr lang="en-US" sz="3200">
                <a:solidFill>
                  <a:schemeClr val="accent5"/>
                </a:solidFill>
              </a:rPr>
              <a:t>“Who is there and what can they do?”</a:t>
            </a:r>
          </a:p>
        </p:txBody>
      </p:sp>
      <p:sp>
        <p:nvSpPr>
          <p:cNvPr id="11" name="Oval 10">
            <a:extLst>
              <a:ext uri="{FF2B5EF4-FFF2-40B4-BE49-F238E27FC236}">
                <a16:creationId xmlns:a16="http://schemas.microsoft.com/office/drawing/2014/main" id="{26954949-2510-2FC8-A0C5-BE4891B70353}"/>
              </a:ext>
            </a:extLst>
          </p:cNvPr>
          <p:cNvSpPr/>
          <p:nvPr/>
        </p:nvSpPr>
        <p:spPr>
          <a:xfrm>
            <a:off x="2142876" y="2370326"/>
            <a:ext cx="4835471" cy="4122549"/>
          </a:xfrm>
          <a:prstGeom prst="ellipse">
            <a:avLst/>
          </a:prstGeom>
          <a:solidFill>
            <a:schemeClr val="accent1">
              <a:lumMod val="40000"/>
              <a:lumOff val="60000"/>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ysClr val="windowText" lastClr="000000"/>
                </a:solidFill>
              </a:rPr>
              <a:t>Amplicon</a:t>
            </a:r>
          </a:p>
          <a:p>
            <a:r>
              <a:rPr lang="en-US" sz="2400">
                <a:solidFill>
                  <a:sysClr val="windowText" lastClr="000000"/>
                </a:solidFill>
              </a:rPr>
              <a:t>Cost-effective</a:t>
            </a:r>
          </a:p>
          <a:p>
            <a:endParaRPr lang="en-US" sz="2400">
              <a:solidFill>
                <a:sysClr val="windowText" lastClr="000000"/>
              </a:solidFill>
            </a:endParaRPr>
          </a:p>
          <a:p>
            <a:r>
              <a:rPr lang="en-US" sz="2400">
                <a:solidFill>
                  <a:sysClr val="windowText" lastClr="000000"/>
                </a:solidFill>
              </a:rPr>
              <a:t>Genus-level </a:t>
            </a:r>
          </a:p>
          <a:p>
            <a:r>
              <a:rPr lang="en-US" sz="2400">
                <a:solidFill>
                  <a:sysClr val="windowText" lastClr="000000"/>
                </a:solidFill>
              </a:rPr>
              <a:t>resolution</a:t>
            </a:r>
          </a:p>
          <a:p>
            <a:endParaRPr lang="en-US" sz="2400">
              <a:solidFill>
                <a:sysClr val="windowText" lastClr="000000"/>
              </a:solidFill>
            </a:endParaRPr>
          </a:p>
          <a:p>
            <a:r>
              <a:rPr lang="en-US" sz="2400">
                <a:solidFill>
                  <a:sysClr val="windowText" lastClr="000000"/>
                </a:solidFill>
              </a:rPr>
              <a:t>Limited </a:t>
            </a:r>
          </a:p>
          <a:p>
            <a:r>
              <a:rPr lang="en-US" sz="2400">
                <a:solidFill>
                  <a:sysClr val="windowText" lastClr="000000"/>
                </a:solidFill>
              </a:rPr>
              <a:t>functional </a:t>
            </a:r>
          </a:p>
          <a:p>
            <a:r>
              <a:rPr lang="en-US" sz="2400">
                <a:solidFill>
                  <a:sysClr val="windowText" lastClr="000000"/>
                </a:solidFill>
              </a:rPr>
              <a:t>information</a:t>
            </a:r>
          </a:p>
          <a:p>
            <a:pPr algn="ctr"/>
            <a:endParaRPr lang="en-US"/>
          </a:p>
        </p:txBody>
      </p:sp>
      <p:sp>
        <p:nvSpPr>
          <p:cNvPr id="14" name="Oval 13">
            <a:extLst>
              <a:ext uri="{FF2B5EF4-FFF2-40B4-BE49-F238E27FC236}">
                <a16:creationId xmlns:a16="http://schemas.microsoft.com/office/drawing/2014/main" id="{B6648FBF-08B0-AD09-6891-30F3FA1DB9E4}"/>
              </a:ext>
            </a:extLst>
          </p:cNvPr>
          <p:cNvSpPr/>
          <p:nvPr/>
        </p:nvSpPr>
        <p:spPr>
          <a:xfrm>
            <a:off x="5165046" y="2370326"/>
            <a:ext cx="4835471" cy="4122549"/>
          </a:xfrm>
          <a:prstGeom prst="ellipse">
            <a:avLst/>
          </a:prstGeom>
          <a:solidFill>
            <a:schemeClr val="accent5">
              <a:lumMod val="40000"/>
              <a:lumOff val="60000"/>
              <a:alpha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ysClr val="windowText" lastClr="000000"/>
                </a:solidFill>
              </a:rPr>
              <a:t>Metagenomic</a:t>
            </a:r>
          </a:p>
          <a:p>
            <a:pPr algn="r"/>
            <a:r>
              <a:rPr lang="en-US" sz="2400">
                <a:solidFill>
                  <a:sysClr val="windowText" lastClr="000000"/>
                </a:solidFill>
              </a:rPr>
              <a:t>More expensive</a:t>
            </a:r>
          </a:p>
          <a:p>
            <a:pPr algn="r"/>
            <a:endParaRPr lang="en-US" sz="2400">
              <a:solidFill>
                <a:sysClr val="windowText" lastClr="000000"/>
              </a:solidFill>
            </a:endParaRPr>
          </a:p>
          <a:p>
            <a:pPr algn="r"/>
            <a:r>
              <a:rPr lang="en-US" sz="2400">
                <a:solidFill>
                  <a:sysClr val="windowText" lastClr="000000"/>
                </a:solidFill>
              </a:rPr>
              <a:t>Higher </a:t>
            </a:r>
          </a:p>
          <a:p>
            <a:pPr algn="r"/>
            <a:r>
              <a:rPr lang="en-US" sz="2400">
                <a:solidFill>
                  <a:sysClr val="windowText" lastClr="000000"/>
                </a:solidFill>
              </a:rPr>
              <a:t>taxonomic</a:t>
            </a:r>
          </a:p>
          <a:p>
            <a:pPr algn="r"/>
            <a:r>
              <a:rPr lang="en-US" sz="2400">
                <a:solidFill>
                  <a:sysClr val="windowText" lastClr="000000"/>
                </a:solidFill>
              </a:rPr>
              <a:t> resolution</a:t>
            </a:r>
          </a:p>
          <a:p>
            <a:pPr algn="r"/>
            <a:endParaRPr lang="en-US" sz="2400">
              <a:solidFill>
                <a:sysClr val="windowText" lastClr="000000"/>
              </a:solidFill>
            </a:endParaRPr>
          </a:p>
          <a:p>
            <a:pPr algn="r"/>
            <a:r>
              <a:rPr lang="en-US" sz="2400">
                <a:solidFill>
                  <a:sysClr val="windowText" lastClr="000000"/>
                </a:solidFill>
              </a:rPr>
              <a:t>Functional </a:t>
            </a:r>
          </a:p>
          <a:p>
            <a:pPr algn="r"/>
            <a:r>
              <a:rPr lang="en-US" sz="2400">
                <a:solidFill>
                  <a:sysClr val="windowText" lastClr="000000"/>
                </a:solidFill>
              </a:rPr>
              <a:t>information</a:t>
            </a:r>
          </a:p>
          <a:p>
            <a:pPr algn="ctr"/>
            <a:endParaRPr lang="en-US"/>
          </a:p>
        </p:txBody>
      </p:sp>
      <p:sp>
        <p:nvSpPr>
          <p:cNvPr id="17" name="TextBox 16">
            <a:extLst>
              <a:ext uri="{FF2B5EF4-FFF2-40B4-BE49-F238E27FC236}">
                <a16:creationId xmlns:a16="http://schemas.microsoft.com/office/drawing/2014/main" id="{9BF69C32-AEB4-536F-348C-0C45316D5C1F}"/>
              </a:ext>
            </a:extLst>
          </p:cNvPr>
          <p:cNvSpPr txBox="1"/>
          <p:nvPr/>
        </p:nvSpPr>
        <p:spPr>
          <a:xfrm>
            <a:off x="4995620" y="3615992"/>
            <a:ext cx="2200759" cy="1631216"/>
          </a:xfrm>
          <a:prstGeom prst="rect">
            <a:avLst/>
          </a:prstGeom>
          <a:noFill/>
        </p:spPr>
        <p:txBody>
          <a:bodyPr wrap="square" rtlCol="0">
            <a:spAutoFit/>
          </a:bodyPr>
          <a:lstStyle/>
          <a:p>
            <a:pPr algn="ctr"/>
            <a:r>
              <a:rPr lang="en-US" sz="2000" b="1">
                <a:solidFill>
                  <a:schemeClr val="bg1"/>
                </a:solidFill>
              </a:rPr>
              <a:t>Culture free methods</a:t>
            </a:r>
          </a:p>
          <a:p>
            <a:pPr algn="ctr"/>
            <a:endParaRPr lang="en-US" sz="2000" b="1">
              <a:solidFill>
                <a:schemeClr val="bg1"/>
              </a:solidFill>
            </a:endParaRPr>
          </a:p>
          <a:p>
            <a:pPr algn="ctr"/>
            <a:r>
              <a:rPr lang="en-US" sz="2000" b="1">
                <a:solidFill>
                  <a:schemeClr val="bg1"/>
                </a:solidFill>
              </a:rPr>
              <a:t>Community composition</a:t>
            </a:r>
          </a:p>
        </p:txBody>
      </p:sp>
    </p:spTree>
    <p:extLst>
      <p:ext uri="{BB962C8B-B14F-4D97-AF65-F5344CB8AC3E}">
        <p14:creationId xmlns:p14="http://schemas.microsoft.com/office/powerpoint/2010/main" val="2119274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0DA3E-2757-B5CB-1C3D-0E4D21CC7CD0}"/>
              </a:ext>
            </a:extLst>
          </p:cNvPr>
          <p:cNvSpPr>
            <a:spLocks noGrp="1"/>
          </p:cNvSpPr>
          <p:nvPr>
            <p:ph type="title"/>
          </p:nvPr>
        </p:nvSpPr>
        <p:spPr/>
        <p:txBody>
          <a:bodyPr/>
          <a:lstStyle/>
          <a:p>
            <a:r>
              <a:rPr lang="en-US"/>
              <a:t>Methods Overview</a:t>
            </a:r>
          </a:p>
        </p:txBody>
      </p:sp>
      <p:sp>
        <p:nvSpPr>
          <p:cNvPr id="3" name="Content Placeholder 2">
            <a:extLst>
              <a:ext uri="{FF2B5EF4-FFF2-40B4-BE49-F238E27FC236}">
                <a16:creationId xmlns:a16="http://schemas.microsoft.com/office/drawing/2014/main" id="{A44CD8C4-3D06-3479-F993-92CECB21C6B7}"/>
              </a:ext>
            </a:extLst>
          </p:cNvPr>
          <p:cNvSpPr>
            <a:spLocks noGrp="1"/>
          </p:cNvSpPr>
          <p:nvPr>
            <p:ph idx="1"/>
          </p:nvPr>
        </p:nvSpPr>
        <p:spPr/>
        <p:txBody>
          <a:bodyPr vert="horz" lIns="91440" tIns="45720" rIns="91440" bIns="45720" rtlCol="0" anchor="t">
            <a:normAutofit/>
          </a:bodyPr>
          <a:lstStyle/>
          <a:p>
            <a:pPr marL="514350" indent="-514350">
              <a:buAutoNum type="arabicParenR"/>
            </a:pPr>
            <a:r>
              <a:rPr lang="en-US" err="1"/>
              <a:t>Fastp</a:t>
            </a:r>
            <a:r>
              <a:rPr lang="en-US"/>
              <a:t> + Bowtie2 (QC; trim; remove host reads)</a:t>
            </a:r>
          </a:p>
          <a:p>
            <a:pPr marL="514350" indent="-514350">
              <a:buAutoNum type="arabicParenR"/>
            </a:pPr>
            <a:r>
              <a:rPr lang="en-US"/>
              <a:t>Kraken2 (taxonomic identification)</a:t>
            </a:r>
          </a:p>
          <a:p>
            <a:pPr marL="514350" indent="-514350">
              <a:buAutoNum type="arabicParenR"/>
            </a:pPr>
            <a:r>
              <a:rPr lang="en-US"/>
              <a:t>Bracken (relative abundance)</a:t>
            </a:r>
          </a:p>
          <a:p>
            <a:pPr marL="514350" indent="-514350">
              <a:buAutoNum type="arabicParenR"/>
            </a:pPr>
            <a:r>
              <a:rPr lang="en-US"/>
              <a:t>R studio (microbiome metrics and plots)</a:t>
            </a:r>
          </a:p>
        </p:txBody>
      </p:sp>
    </p:spTree>
    <p:extLst>
      <p:ext uri="{BB962C8B-B14F-4D97-AF65-F5344CB8AC3E}">
        <p14:creationId xmlns:p14="http://schemas.microsoft.com/office/powerpoint/2010/main" val="1457242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5802F-678A-40CD-D777-9F3C780F4C90}"/>
              </a:ext>
            </a:extLst>
          </p:cNvPr>
          <p:cNvSpPr>
            <a:spLocks noGrp="1"/>
          </p:cNvSpPr>
          <p:nvPr>
            <p:ph type="title"/>
          </p:nvPr>
        </p:nvSpPr>
        <p:spPr>
          <a:xfrm>
            <a:off x="838200" y="172007"/>
            <a:ext cx="10515600" cy="1325563"/>
          </a:xfrm>
        </p:spPr>
        <p:txBody>
          <a:bodyPr/>
          <a:lstStyle/>
          <a:p>
            <a:pPr algn="ctr"/>
            <a:r>
              <a:rPr lang="en-US" err="1"/>
              <a:t>Fastp</a:t>
            </a:r>
            <a:endParaRPr lang="en-US"/>
          </a:p>
        </p:txBody>
      </p:sp>
      <p:sp>
        <p:nvSpPr>
          <p:cNvPr id="3" name="Content Placeholder 2">
            <a:extLst>
              <a:ext uri="{FF2B5EF4-FFF2-40B4-BE49-F238E27FC236}">
                <a16:creationId xmlns:a16="http://schemas.microsoft.com/office/drawing/2014/main" id="{610E05CE-7C6B-5676-1897-DEA3A2CD6AF4}"/>
              </a:ext>
            </a:extLst>
          </p:cNvPr>
          <p:cNvSpPr>
            <a:spLocks noGrp="1"/>
          </p:cNvSpPr>
          <p:nvPr>
            <p:ph idx="1"/>
          </p:nvPr>
        </p:nvSpPr>
        <p:spPr>
          <a:xfrm>
            <a:off x="838200" y="2062263"/>
            <a:ext cx="10515600" cy="4114699"/>
          </a:xfrm>
        </p:spPr>
        <p:txBody>
          <a:bodyPr/>
          <a:lstStyle/>
          <a:p>
            <a:r>
              <a:rPr lang="en-US"/>
              <a:t>Used for read trimming and quality control</a:t>
            </a:r>
          </a:p>
          <a:p>
            <a:r>
              <a:rPr lang="en-US"/>
              <a:t>Removes adapter sequences</a:t>
            </a:r>
          </a:p>
          <a:p>
            <a:r>
              <a:rPr lang="en-US"/>
              <a:t>Trims low-quality bases</a:t>
            </a:r>
          </a:p>
          <a:p>
            <a:r>
              <a:rPr lang="en-US"/>
              <a:t>Removes reads that are too short</a:t>
            </a:r>
          </a:p>
        </p:txBody>
      </p:sp>
      <p:sp>
        <p:nvSpPr>
          <p:cNvPr id="4" name="TextBox 3">
            <a:extLst>
              <a:ext uri="{FF2B5EF4-FFF2-40B4-BE49-F238E27FC236}">
                <a16:creationId xmlns:a16="http://schemas.microsoft.com/office/drawing/2014/main" id="{22640DD2-307B-B5C5-98D6-DDA3A43E47A1}"/>
              </a:ext>
            </a:extLst>
          </p:cNvPr>
          <p:cNvSpPr txBox="1"/>
          <p:nvPr/>
        </p:nvSpPr>
        <p:spPr>
          <a:xfrm>
            <a:off x="11285705" y="0"/>
            <a:ext cx="838200" cy="707886"/>
          </a:xfrm>
          <a:prstGeom prst="rect">
            <a:avLst/>
          </a:prstGeom>
          <a:noFill/>
        </p:spPr>
        <p:txBody>
          <a:bodyPr wrap="square" rtlCol="0">
            <a:spAutoFit/>
          </a:bodyPr>
          <a:lstStyle/>
          <a:p>
            <a:pPr algn="ctr"/>
            <a:r>
              <a:rPr lang="en-US" sz="4000" b="1">
                <a:solidFill>
                  <a:schemeClr val="accent1"/>
                </a:solidFill>
              </a:rPr>
              <a:t>1</a:t>
            </a:r>
          </a:p>
        </p:txBody>
      </p:sp>
    </p:spTree>
    <p:extLst>
      <p:ext uri="{BB962C8B-B14F-4D97-AF65-F5344CB8AC3E}">
        <p14:creationId xmlns:p14="http://schemas.microsoft.com/office/powerpoint/2010/main" val="3019387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49B72-6B75-7454-6EEB-BA45C03074F3}"/>
              </a:ext>
            </a:extLst>
          </p:cNvPr>
          <p:cNvSpPr>
            <a:spLocks noGrp="1"/>
          </p:cNvSpPr>
          <p:nvPr>
            <p:ph type="title"/>
          </p:nvPr>
        </p:nvSpPr>
        <p:spPr/>
        <p:txBody>
          <a:bodyPr/>
          <a:lstStyle/>
          <a:p>
            <a:pPr algn="ctr"/>
            <a:r>
              <a:rPr lang="en-US">
                <a:solidFill>
                  <a:schemeClr val="bg1"/>
                </a:solidFill>
              </a:rPr>
              <a:t>Bowtie2</a:t>
            </a:r>
          </a:p>
        </p:txBody>
      </p:sp>
      <p:sp>
        <p:nvSpPr>
          <p:cNvPr id="3" name="Content Placeholder 2">
            <a:extLst>
              <a:ext uri="{FF2B5EF4-FFF2-40B4-BE49-F238E27FC236}">
                <a16:creationId xmlns:a16="http://schemas.microsoft.com/office/drawing/2014/main" id="{0702F5DB-6CC0-CBFE-F03A-3B2AEB61A5CB}"/>
              </a:ext>
            </a:extLst>
          </p:cNvPr>
          <p:cNvSpPr>
            <a:spLocks noGrp="1"/>
          </p:cNvSpPr>
          <p:nvPr>
            <p:ph idx="1"/>
          </p:nvPr>
        </p:nvSpPr>
        <p:spPr>
          <a:xfrm>
            <a:off x="838200" y="2120629"/>
            <a:ext cx="10515600" cy="4056333"/>
          </a:xfrm>
        </p:spPr>
        <p:txBody>
          <a:bodyPr/>
          <a:lstStyle/>
          <a:p>
            <a:r>
              <a:rPr lang="en-US"/>
              <a:t>Sequence aligner</a:t>
            </a:r>
          </a:p>
          <a:p>
            <a:r>
              <a:rPr lang="en-US"/>
              <a:t>Maps short DNA reads to a reference genome or reference database</a:t>
            </a:r>
          </a:p>
          <a:p>
            <a:pPr lvl="1"/>
            <a:r>
              <a:rPr lang="en-US" i="1"/>
              <a:t>Figures out where each read came from by finding the best matching location in a reference sequence</a:t>
            </a:r>
            <a:endParaRPr lang="en-US"/>
          </a:p>
          <a:p>
            <a:r>
              <a:rPr lang="en-US"/>
              <a:t>Used to remove host DNA reads by mapping to host genome</a:t>
            </a:r>
          </a:p>
        </p:txBody>
      </p:sp>
      <p:pic>
        <p:nvPicPr>
          <p:cNvPr id="1026" name="Picture 2" descr="Bowtie 2: fast and sensitive read alignment">
            <a:extLst>
              <a:ext uri="{FF2B5EF4-FFF2-40B4-BE49-F238E27FC236}">
                <a16:creationId xmlns:a16="http://schemas.microsoft.com/office/drawing/2014/main" id="{A1E872B0-26BA-DBC6-F2FE-C0D75138F4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330" y="151208"/>
            <a:ext cx="3353340" cy="146002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DE8ACB6-F319-9FE0-0653-630A9090088C}"/>
              </a:ext>
            </a:extLst>
          </p:cNvPr>
          <p:cNvSpPr txBox="1"/>
          <p:nvPr/>
        </p:nvSpPr>
        <p:spPr>
          <a:xfrm>
            <a:off x="11285705" y="0"/>
            <a:ext cx="838200" cy="707886"/>
          </a:xfrm>
          <a:prstGeom prst="rect">
            <a:avLst/>
          </a:prstGeom>
          <a:noFill/>
        </p:spPr>
        <p:txBody>
          <a:bodyPr wrap="square" rtlCol="0">
            <a:spAutoFit/>
          </a:bodyPr>
          <a:lstStyle/>
          <a:p>
            <a:pPr algn="ctr"/>
            <a:r>
              <a:rPr lang="en-US" sz="4000" b="1">
                <a:solidFill>
                  <a:schemeClr val="accent1"/>
                </a:solidFill>
              </a:rPr>
              <a:t>1</a:t>
            </a:r>
          </a:p>
        </p:txBody>
      </p:sp>
    </p:spTree>
    <p:extLst>
      <p:ext uri="{BB962C8B-B14F-4D97-AF65-F5344CB8AC3E}">
        <p14:creationId xmlns:p14="http://schemas.microsoft.com/office/powerpoint/2010/main" val="1092477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12710-6022-92BB-0CFE-9BF050C298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939E5F-E157-CC0A-8E3C-FDFDD8BC33A5}"/>
              </a:ext>
            </a:extLst>
          </p:cNvPr>
          <p:cNvSpPr>
            <a:spLocks noGrp="1"/>
          </p:cNvSpPr>
          <p:nvPr>
            <p:ph type="title"/>
          </p:nvPr>
        </p:nvSpPr>
        <p:spPr>
          <a:xfrm>
            <a:off x="0" y="104565"/>
            <a:ext cx="12192000" cy="1325563"/>
          </a:xfrm>
        </p:spPr>
        <p:txBody>
          <a:bodyPr>
            <a:normAutofit/>
          </a:bodyPr>
          <a:lstStyle/>
          <a:p>
            <a:pPr algn="ctr"/>
            <a:r>
              <a:rPr lang="en-US" sz="3600"/>
              <a:t>Kraken2</a:t>
            </a:r>
          </a:p>
        </p:txBody>
      </p:sp>
      <p:sp>
        <p:nvSpPr>
          <p:cNvPr id="6" name="Content Placeholder 5">
            <a:extLst>
              <a:ext uri="{FF2B5EF4-FFF2-40B4-BE49-F238E27FC236}">
                <a16:creationId xmlns:a16="http://schemas.microsoft.com/office/drawing/2014/main" id="{4CF8BE99-42CA-96FD-FAA9-623339071842}"/>
              </a:ext>
            </a:extLst>
          </p:cNvPr>
          <p:cNvSpPr>
            <a:spLocks noGrp="1"/>
          </p:cNvSpPr>
          <p:nvPr>
            <p:ph idx="1"/>
          </p:nvPr>
        </p:nvSpPr>
        <p:spPr>
          <a:xfrm>
            <a:off x="838198" y="1673258"/>
            <a:ext cx="10515600" cy="4678904"/>
          </a:xfrm>
        </p:spPr>
        <p:txBody>
          <a:bodyPr>
            <a:normAutofit/>
          </a:bodyPr>
          <a:lstStyle/>
          <a:p>
            <a:r>
              <a:rPr lang="en-US"/>
              <a:t>Taxonomic sequence classification system</a:t>
            </a:r>
          </a:p>
          <a:p>
            <a:r>
              <a:rPr lang="en-US"/>
              <a:t>Assigns taxonomy to short reads by matching k-mers from the read to a pre-built database of k-mers</a:t>
            </a:r>
          </a:p>
          <a:p>
            <a:pPr marL="0" indent="0">
              <a:buNone/>
            </a:pPr>
            <a:endParaRPr lang="en-US"/>
          </a:p>
          <a:p>
            <a:pPr marL="0" indent="0">
              <a:buNone/>
            </a:pPr>
            <a:r>
              <a:rPr lang="en-US" b="1"/>
              <a:t>Advantages: </a:t>
            </a:r>
          </a:p>
          <a:p>
            <a:pPr>
              <a:buFontTx/>
              <a:buChar char="-"/>
            </a:pPr>
            <a:r>
              <a:rPr lang="en-US"/>
              <a:t>Fast and scalable</a:t>
            </a:r>
          </a:p>
          <a:p>
            <a:pPr>
              <a:buFontTx/>
              <a:buChar char="-"/>
            </a:pPr>
            <a:r>
              <a:rPr lang="en-US"/>
              <a:t>Handles large datasets efficiently</a:t>
            </a:r>
          </a:p>
          <a:p>
            <a:pPr>
              <a:buFontTx/>
              <a:buChar char="-"/>
            </a:pPr>
            <a:r>
              <a:rPr lang="en-US"/>
              <a:t>Supports custom and standard databases</a:t>
            </a:r>
          </a:p>
          <a:p>
            <a:pPr>
              <a:buFontTx/>
              <a:buChar char="-"/>
            </a:pPr>
            <a:r>
              <a:rPr lang="en-US"/>
              <a:t>Compatible with short and long reads</a:t>
            </a:r>
          </a:p>
        </p:txBody>
      </p:sp>
      <p:pic>
        <p:nvPicPr>
          <p:cNvPr id="3" name="Picture 2" descr="kraken2 - Bactopia">
            <a:extLst>
              <a:ext uri="{FF2B5EF4-FFF2-40B4-BE49-F238E27FC236}">
                <a16:creationId xmlns:a16="http://schemas.microsoft.com/office/drawing/2014/main" id="{79BBCD37-EDE2-5D40-93E9-EA2A135C4AC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10" t="25050" r="65267" b="58122"/>
          <a:stretch>
            <a:fillRect/>
          </a:stretch>
        </p:blipFill>
        <p:spPr bwMode="auto">
          <a:xfrm>
            <a:off x="4780244" y="378232"/>
            <a:ext cx="2631511" cy="76668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A green check mark in a circle&#10;&#10;AI-generated content may be incorrect.">
            <a:extLst>
              <a:ext uri="{FF2B5EF4-FFF2-40B4-BE49-F238E27FC236}">
                <a16:creationId xmlns:a16="http://schemas.microsoft.com/office/drawing/2014/main" id="{D1D67A6D-9CE7-F4AA-F5E7-FFC3DCDA6E88}"/>
              </a:ext>
            </a:extLst>
          </p:cNvPr>
          <p:cNvPicPr>
            <a:picLocks noChangeAspect="1"/>
          </p:cNvPicPr>
          <p:nvPr/>
        </p:nvPicPr>
        <p:blipFill>
          <a:blip r:embed="rId4">
            <a:extLst>
              <a:ext uri="{837473B0-CC2E-450A-ABE3-18F120FF3D39}">
                <a1611:picAttrSrcUrl xmlns:a1611="http://schemas.microsoft.com/office/drawing/2016/11/main" r:id="rId5"/>
              </a:ext>
            </a:extLst>
          </a:blip>
          <a:srcRect t="15459" b="12364"/>
          <a:stretch>
            <a:fillRect/>
          </a:stretch>
        </p:blipFill>
        <p:spPr>
          <a:xfrm>
            <a:off x="507998" y="4114800"/>
            <a:ext cx="660400" cy="476655"/>
          </a:xfrm>
          <a:prstGeom prst="rect">
            <a:avLst/>
          </a:prstGeom>
        </p:spPr>
      </p:pic>
      <p:pic>
        <p:nvPicPr>
          <p:cNvPr id="18" name="Picture 17" descr="A green check mark in a circle&#10;&#10;AI-generated content may be incorrect.">
            <a:extLst>
              <a:ext uri="{FF2B5EF4-FFF2-40B4-BE49-F238E27FC236}">
                <a16:creationId xmlns:a16="http://schemas.microsoft.com/office/drawing/2014/main" id="{268517F2-A1DA-2F83-DEF1-E9EF40ACAA32}"/>
              </a:ext>
            </a:extLst>
          </p:cNvPr>
          <p:cNvPicPr>
            <a:picLocks noChangeAspect="1"/>
          </p:cNvPicPr>
          <p:nvPr/>
        </p:nvPicPr>
        <p:blipFill>
          <a:blip r:embed="rId4">
            <a:extLst>
              <a:ext uri="{837473B0-CC2E-450A-ABE3-18F120FF3D39}">
                <a1611:picAttrSrcUrl xmlns:a1611="http://schemas.microsoft.com/office/drawing/2016/11/main" r:id="rId5"/>
              </a:ext>
            </a:extLst>
          </a:blip>
          <a:srcRect t="15459" b="12364"/>
          <a:stretch>
            <a:fillRect/>
          </a:stretch>
        </p:blipFill>
        <p:spPr>
          <a:xfrm>
            <a:off x="507998" y="4624263"/>
            <a:ext cx="660400" cy="476655"/>
          </a:xfrm>
          <a:prstGeom prst="rect">
            <a:avLst/>
          </a:prstGeom>
        </p:spPr>
      </p:pic>
      <p:pic>
        <p:nvPicPr>
          <p:cNvPr id="19" name="Picture 18" descr="A green check mark in a circle&#10;&#10;AI-generated content may be incorrect.">
            <a:extLst>
              <a:ext uri="{FF2B5EF4-FFF2-40B4-BE49-F238E27FC236}">
                <a16:creationId xmlns:a16="http://schemas.microsoft.com/office/drawing/2014/main" id="{3630C148-0C1B-E2C2-ABFF-29EC43F97AF7}"/>
              </a:ext>
            </a:extLst>
          </p:cNvPr>
          <p:cNvPicPr>
            <a:picLocks noChangeAspect="1"/>
          </p:cNvPicPr>
          <p:nvPr/>
        </p:nvPicPr>
        <p:blipFill>
          <a:blip r:embed="rId4">
            <a:extLst>
              <a:ext uri="{837473B0-CC2E-450A-ABE3-18F120FF3D39}">
                <a1611:picAttrSrcUrl xmlns:a1611="http://schemas.microsoft.com/office/drawing/2016/11/main" r:id="rId5"/>
              </a:ext>
            </a:extLst>
          </a:blip>
          <a:srcRect t="15459" b="12364"/>
          <a:stretch>
            <a:fillRect/>
          </a:stretch>
        </p:blipFill>
        <p:spPr>
          <a:xfrm>
            <a:off x="507998" y="5133726"/>
            <a:ext cx="660400" cy="476655"/>
          </a:xfrm>
          <a:prstGeom prst="rect">
            <a:avLst/>
          </a:prstGeom>
        </p:spPr>
      </p:pic>
      <p:pic>
        <p:nvPicPr>
          <p:cNvPr id="20" name="Picture 19" descr="A green check mark in a circle&#10;&#10;AI-generated content may be incorrect.">
            <a:extLst>
              <a:ext uri="{FF2B5EF4-FFF2-40B4-BE49-F238E27FC236}">
                <a16:creationId xmlns:a16="http://schemas.microsoft.com/office/drawing/2014/main" id="{B279FAB5-DE14-EBA3-BF22-8A6D8A00B66D}"/>
              </a:ext>
            </a:extLst>
          </p:cNvPr>
          <p:cNvPicPr>
            <a:picLocks noChangeAspect="1"/>
          </p:cNvPicPr>
          <p:nvPr/>
        </p:nvPicPr>
        <p:blipFill>
          <a:blip r:embed="rId4">
            <a:extLst>
              <a:ext uri="{837473B0-CC2E-450A-ABE3-18F120FF3D39}">
                <a1611:picAttrSrcUrl xmlns:a1611="http://schemas.microsoft.com/office/drawing/2016/11/main" r:id="rId5"/>
              </a:ext>
            </a:extLst>
          </a:blip>
          <a:srcRect t="15459" b="12364"/>
          <a:stretch>
            <a:fillRect/>
          </a:stretch>
        </p:blipFill>
        <p:spPr>
          <a:xfrm>
            <a:off x="507998" y="5647571"/>
            <a:ext cx="660400" cy="476655"/>
          </a:xfrm>
          <a:prstGeom prst="rect">
            <a:avLst/>
          </a:prstGeom>
        </p:spPr>
      </p:pic>
      <p:sp>
        <p:nvSpPr>
          <p:cNvPr id="5" name="TextBox 4">
            <a:extLst>
              <a:ext uri="{FF2B5EF4-FFF2-40B4-BE49-F238E27FC236}">
                <a16:creationId xmlns:a16="http://schemas.microsoft.com/office/drawing/2014/main" id="{A68A8C05-D005-4505-275B-255900DC9F1C}"/>
              </a:ext>
            </a:extLst>
          </p:cNvPr>
          <p:cNvSpPr txBox="1"/>
          <p:nvPr/>
        </p:nvSpPr>
        <p:spPr>
          <a:xfrm>
            <a:off x="11285705" y="0"/>
            <a:ext cx="838200" cy="707886"/>
          </a:xfrm>
          <a:prstGeom prst="rect">
            <a:avLst/>
          </a:prstGeom>
          <a:noFill/>
        </p:spPr>
        <p:txBody>
          <a:bodyPr wrap="square" rtlCol="0">
            <a:spAutoFit/>
          </a:bodyPr>
          <a:lstStyle/>
          <a:p>
            <a:pPr algn="ctr"/>
            <a:r>
              <a:rPr lang="en-US" sz="4000" b="1">
                <a:solidFill>
                  <a:schemeClr val="accent1"/>
                </a:solidFill>
              </a:rPr>
              <a:t>2</a:t>
            </a:r>
          </a:p>
        </p:txBody>
      </p:sp>
    </p:spTree>
    <p:extLst>
      <p:ext uri="{BB962C8B-B14F-4D97-AF65-F5344CB8AC3E}">
        <p14:creationId xmlns:p14="http://schemas.microsoft.com/office/powerpoint/2010/main" val="379183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560AA-55FC-F08D-EEA1-49541F53CE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E66B4A-88B8-2BA5-C4EF-73E0F9C1114D}"/>
              </a:ext>
            </a:extLst>
          </p:cNvPr>
          <p:cNvSpPr>
            <a:spLocks noGrp="1"/>
          </p:cNvSpPr>
          <p:nvPr>
            <p:ph type="title"/>
          </p:nvPr>
        </p:nvSpPr>
        <p:spPr>
          <a:xfrm>
            <a:off x="0" y="104565"/>
            <a:ext cx="12192000" cy="1325563"/>
          </a:xfrm>
        </p:spPr>
        <p:txBody>
          <a:bodyPr>
            <a:normAutofit/>
          </a:bodyPr>
          <a:lstStyle/>
          <a:p>
            <a:pPr algn="ctr"/>
            <a:r>
              <a:rPr lang="en-US" sz="3600"/>
              <a:t>Taxonomic Classification</a:t>
            </a:r>
          </a:p>
        </p:txBody>
      </p:sp>
      <p:sp>
        <p:nvSpPr>
          <p:cNvPr id="6" name="Content Placeholder 5">
            <a:extLst>
              <a:ext uri="{FF2B5EF4-FFF2-40B4-BE49-F238E27FC236}">
                <a16:creationId xmlns:a16="http://schemas.microsoft.com/office/drawing/2014/main" id="{C7A2B168-E14C-66FB-0072-0CBD47132840}"/>
              </a:ext>
            </a:extLst>
          </p:cNvPr>
          <p:cNvSpPr>
            <a:spLocks noGrp="1"/>
          </p:cNvSpPr>
          <p:nvPr>
            <p:ph idx="1"/>
          </p:nvPr>
        </p:nvSpPr>
        <p:spPr>
          <a:xfrm>
            <a:off x="838198" y="1673258"/>
            <a:ext cx="4401459" cy="4678904"/>
          </a:xfrm>
        </p:spPr>
        <p:txBody>
          <a:bodyPr>
            <a:normAutofit/>
          </a:bodyPr>
          <a:lstStyle/>
          <a:p>
            <a:pPr marL="0" indent="0">
              <a:buNone/>
            </a:pPr>
            <a:r>
              <a:rPr lang="en-US" b="1"/>
              <a:t>Taxonomic classification</a:t>
            </a:r>
          </a:p>
          <a:p>
            <a:pPr>
              <a:buFontTx/>
              <a:buChar char="-"/>
            </a:pPr>
            <a:r>
              <a:rPr lang="en-US"/>
              <a:t>Breaks reads into           k-mers</a:t>
            </a:r>
          </a:p>
          <a:p>
            <a:pPr>
              <a:buFontTx/>
              <a:buChar char="-"/>
            </a:pPr>
            <a:r>
              <a:rPr lang="en-US"/>
              <a:t>Matches k-mers with    the database</a:t>
            </a:r>
          </a:p>
        </p:txBody>
      </p:sp>
      <p:pic>
        <p:nvPicPr>
          <p:cNvPr id="3074" name="Picture 2" descr="A colorful squares with letters and numbers&#10;&#10;AI-generated content may be incorrect.">
            <a:extLst>
              <a:ext uri="{FF2B5EF4-FFF2-40B4-BE49-F238E27FC236}">
                <a16:creationId xmlns:a16="http://schemas.microsoft.com/office/drawing/2014/main" id="{D9420FFA-A615-9EF2-DF92-AE8785FB3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0244" y="2569705"/>
            <a:ext cx="7087507" cy="358269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kraken2 - Bactopia">
            <a:extLst>
              <a:ext uri="{FF2B5EF4-FFF2-40B4-BE49-F238E27FC236}">
                <a16:creationId xmlns:a16="http://schemas.microsoft.com/office/drawing/2014/main" id="{72AD8750-C1FE-417D-FC93-5E19F3B6A8A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410" t="25050" r="65267" b="58122"/>
          <a:stretch>
            <a:fillRect/>
          </a:stretch>
        </p:blipFill>
        <p:spPr bwMode="auto">
          <a:xfrm>
            <a:off x="222759" y="189054"/>
            <a:ext cx="1765699" cy="51443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D36C033-EF4E-FD26-5623-48C743E7DF3A}"/>
              </a:ext>
            </a:extLst>
          </p:cNvPr>
          <p:cNvSpPr txBox="1"/>
          <p:nvPr/>
        </p:nvSpPr>
        <p:spPr>
          <a:xfrm>
            <a:off x="11285705" y="0"/>
            <a:ext cx="838200" cy="707886"/>
          </a:xfrm>
          <a:prstGeom prst="rect">
            <a:avLst/>
          </a:prstGeom>
          <a:noFill/>
        </p:spPr>
        <p:txBody>
          <a:bodyPr wrap="square" rtlCol="0">
            <a:spAutoFit/>
          </a:bodyPr>
          <a:lstStyle/>
          <a:p>
            <a:pPr algn="ctr"/>
            <a:r>
              <a:rPr lang="en-US" sz="4000" b="1">
                <a:solidFill>
                  <a:schemeClr val="accent1"/>
                </a:solidFill>
              </a:rPr>
              <a:t>2</a:t>
            </a:r>
          </a:p>
        </p:txBody>
      </p:sp>
    </p:spTree>
    <p:extLst>
      <p:ext uri="{BB962C8B-B14F-4D97-AF65-F5344CB8AC3E}">
        <p14:creationId xmlns:p14="http://schemas.microsoft.com/office/powerpoint/2010/main" val="2139572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5C7A2-51FB-0D64-DB2E-EA0DF691EDDD}"/>
            </a:ext>
          </a:extLst>
        </p:cNvPr>
        <p:cNvGrpSpPr/>
        <p:nvPr/>
      </p:nvGrpSpPr>
      <p:grpSpPr>
        <a:xfrm>
          <a:off x="0" y="0"/>
          <a:ext cx="0" cy="0"/>
          <a:chOff x="0" y="0"/>
          <a:chExt cx="0" cy="0"/>
        </a:xfrm>
      </p:grpSpPr>
      <p:pic>
        <p:nvPicPr>
          <p:cNvPr id="4098" name="Picture 2" descr="A diagram of a network&#10;&#10;AI-generated content may be incorrect.">
            <a:extLst>
              <a:ext uri="{FF2B5EF4-FFF2-40B4-BE49-F238E27FC236}">
                <a16:creationId xmlns:a16="http://schemas.microsoft.com/office/drawing/2014/main" id="{6C4672AC-B5AF-4252-934A-A636510A88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9661" y="1814286"/>
            <a:ext cx="3892682" cy="382451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EBA4F00-5DA5-9D29-C9CD-17B849080D07}"/>
              </a:ext>
            </a:extLst>
          </p:cNvPr>
          <p:cNvSpPr>
            <a:spLocks noGrp="1"/>
          </p:cNvSpPr>
          <p:nvPr>
            <p:ph type="title"/>
          </p:nvPr>
        </p:nvSpPr>
        <p:spPr>
          <a:xfrm>
            <a:off x="0" y="104565"/>
            <a:ext cx="12192000" cy="1325563"/>
          </a:xfrm>
        </p:spPr>
        <p:txBody>
          <a:bodyPr>
            <a:normAutofit/>
          </a:bodyPr>
          <a:lstStyle/>
          <a:p>
            <a:pPr algn="ctr"/>
            <a:r>
              <a:rPr lang="en-US" sz="3600"/>
              <a:t>Taxonomic Classification</a:t>
            </a:r>
          </a:p>
        </p:txBody>
      </p:sp>
      <p:sp>
        <p:nvSpPr>
          <p:cNvPr id="6" name="Content Placeholder 5">
            <a:extLst>
              <a:ext uri="{FF2B5EF4-FFF2-40B4-BE49-F238E27FC236}">
                <a16:creationId xmlns:a16="http://schemas.microsoft.com/office/drawing/2014/main" id="{4C0B7CDD-C42E-F5E1-2B91-44DC9C6DA4B9}"/>
              </a:ext>
            </a:extLst>
          </p:cNvPr>
          <p:cNvSpPr>
            <a:spLocks noGrp="1"/>
          </p:cNvSpPr>
          <p:nvPr>
            <p:ph idx="1"/>
          </p:nvPr>
        </p:nvSpPr>
        <p:spPr>
          <a:xfrm>
            <a:off x="838198" y="1732824"/>
            <a:ext cx="7507516" cy="4678904"/>
          </a:xfrm>
        </p:spPr>
        <p:txBody>
          <a:bodyPr vert="horz" lIns="91440" tIns="45720" rIns="91440" bIns="45720" rtlCol="0" anchor="t">
            <a:normAutofit fontScale="92500" lnSpcReduction="20000"/>
          </a:bodyPr>
          <a:lstStyle/>
          <a:p>
            <a:pPr marL="0" indent="0">
              <a:buNone/>
            </a:pPr>
            <a:r>
              <a:rPr lang="en-US" sz="3000" b="1"/>
              <a:t>Taxonomic classification</a:t>
            </a:r>
          </a:p>
          <a:p>
            <a:pPr marL="0" indent="0">
              <a:buNone/>
            </a:pPr>
            <a:endParaRPr lang="en-US" b="1"/>
          </a:p>
          <a:p>
            <a:pPr marL="0" indent="0">
              <a:buNone/>
            </a:pPr>
            <a:r>
              <a:rPr lang="en-US"/>
              <a:t>Each</a:t>
            </a:r>
            <a:r>
              <a:rPr lang="en-US" b="1">
                <a:solidFill>
                  <a:srgbClr val="FFE07B"/>
                </a:solidFill>
              </a:rPr>
              <a:t> </a:t>
            </a:r>
            <a:r>
              <a:rPr lang="en-US" b="1">
                <a:solidFill>
                  <a:srgbClr val="C9AF57"/>
                </a:solidFill>
              </a:rPr>
              <a:t>k-</a:t>
            </a:r>
            <a:r>
              <a:rPr lang="en-US" b="1" err="1">
                <a:solidFill>
                  <a:srgbClr val="C9AF57"/>
                </a:solidFill>
              </a:rPr>
              <a:t>mer</a:t>
            </a:r>
            <a:r>
              <a:rPr lang="en-US" b="1">
                <a:solidFill>
                  <a:srgbClr val="FFE07B"/>
                </a:solidFill>
              </a:rPr>
              <a:t> </a:t>
            </a:r>
            <a:r>
              <a:rPr lang="en-US"/>
              <a:t>is mapped to the lowest common ancestor (</a:t>
            </a:r>
            <a:r>
              <a:rPr lang="en-US" b="1">
                <a:solidFill>
                  <a:srgbClr val="00ADEF"/>
                </a:solidFill>
              </a:rPr>
              <a:t>LCA</a:t>
            </a:r>
            <a:r>
              <a:rPr lang="en-US"/>
              <a:t>) of all genome it appears in</a:t>
            </a:r>
          </a:p>
          <a:p>
            <a:pPr>
              <a:buFontTx/>
              <a:buChar char="-"/>
            </a:pPr>
            <a:r>
              <a:rPr lang="en-US"/>
              <a:t>If unique to one genome, it will be mapped to that genome’s taxonomic ID</a:t>
            </a:r>
          </a:p>
          <a:p>
            <a:pPr>
              <a:buFontTx/>
              <a:buChar char="-"/>
            </a:pPr>
            <a:r>
              <a:rPr lang="en-US"/>
              <a:t>If shared across multiple genomes, it will be mapped to the </a:t>
            </a:r>
            <a:r>
              <a:rPr lang="en-US" b="1">
                <a:solidFill>
                  <a:srgbClr val="00ADEF"/>
                </a:solidFill>
              </a:rPr>
              <a:t>LCA </a:t>
            </a:r>
            <a:r>
              <a:rPr lang="en-US"/>
              <a:t>of those genomes in the NCBI taxonomy tree</a:t>
            </a:r>
          </a:p>
          <a:p>
            <a:pPr marL="457200" lvl="1" indent="0">
              <a:buNone/>
            </a:pPr>
            <a:endParaRPr lang="en-US"/>
          </a:p>
          <a:p>
            <a:pPr marL="0" indent="0">
              <a:buNone/>
            </a:pPr>
            <a:r>
              <a:rPr lang="en-US" i="1" u="sng"/>
              <a:t>Example:</a:t>
            </a:r>
            <a:r>
              <a:rPr lang="en-US" i="1"/>
              <a:t> </a:t>
            </a:r>
            <a:r>
              <a:rPr lang="en-US"/>
              <a:t>if a k-</a:t>
            </a:r>
            <a:r>
              <a:rPr lang="en-US" err="1"/>
              <a:t>mer</a:t>
            </a:r>
            <a:r>
              <a:rPr lang="en-US"/>
              <a:t> is found in both </a:t>
            </a:r>
            <a:r>
              <a:rPr lang="en-US" i="1"/>
              <a:t>Escherichia coli </a:t>
            </a:r>
            <a:r>
              <a:rPr lang="en-US"/>
              <a:t>and </a:t>
            </a:r>
            <a:r>
              <a:rPr lang="en-US" i="1"/>
              <a:t>Salmonella enterica,</a:t>
            </a:r>
            <a:r>
              <a:rPr lang="en-US"/>
              <a:t> its LCA might be </a:t>
            </a:r>
            <a:r>
              <a:rPr lang="en-US" i="1"/>
              <a:t>Enterobacteriaceae</a:t>
            </a:r>
            <a:r>
              <a:rPr lang="en-US"/>
              <a:t> (the family they both belong to)</a:t>
            </a:r>
          </a:p>
        </p:txBody>
      </p:sp>
      <p:pic>
        <p:nvPicPr>
          <p:cNvPr id="5" name="Picture 4" descr="kraken2 - Bactopia">
            <a:extLst>
              <a:ext uri="{FF2B5EF4-FFF2-40B4-BE49-F238E27FC236}">
                <a16:creationId xmlns:a16="http://schemas.microsoft.com/office/drawing/2014/main" id="{E9657C99-6CDB-548C-66B1-F99F62D5E35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410" t="25050" r="65267" b="58122"/>
          <a:stretch>
            <a:fillRect/>
          </a:stretch>
        </p:blipFill>
        <p:spPr bwMode="auto">
          <a:xfrm>
            <a:off x="222759" y="189054"/>
            <a:ext cx="1765699" cy="51443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606E291-0AEF-15D3-768D-7BCFD5542F07}"/>
              </a:ext>
            </a:extLst>
          </p:cNvPr>
          <p:cNvSpPr txBox="1"/>
          <p:nvPr/>
        </p:nvSpPr>
        <p:spPr>
          <a:xfrm>
            <a:off x="11285705" y="0"/>
            <a:ext cx="838200" cy="707886"/>
          </a:xfrm>
          <a:prstGeom prst="rect">
            <a:avLst/>
          </a:prstGeom>
          <a:noFill/>
        </p:spPr>
        <p:txBody>
          <a:bodyPr wrap="square" rtlCol="0">
            <a:spAutoFit/>
          </a:bodyPr>
          <a:lstStyle/>
          <a:p>
            <a:pPr algn="ctr"/>
            <a:r>
              <a:rPr lang="en-US" sz="4000" b="1">
                <a:solidFill>
                  <a:schemeClr val="accent1"/>
                </a:solidFill>
              </a:rPr>
              <a:t>2</a:t>
            </a:r>
          </a:p>
        </p:txBody>
      </p:sp>
    </p:spTree>
    <p:extLst>
      <p:ext uri="{BB962C8B-B14F-4D97-AF65-F5344CB8AC3E}">
        <p14:creationId xmlns:p14="http://schemas.microsoft.com/office/powerpoint/2010/main" val="634602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1E33A-3E66-729A-16FB-C24A629BF9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DCBEEE-FCE5-32F3-E728-6AB4D71E312D}"/>
              </a:ext>
            </a:extLst>
          </p:cNvPr>
          <p:cNvSpPr>
            <a:spLocks noGrp="1"/>
          </p:cNvSpPr>
          <p:nvPr>
            <p:ph type="title"/>
          </p:nvPr>
        </p:nvSpPr>
        <p:spPr>
          <a:xfrm>
            <a:off x="0" y="104565"/>
            <a:ext cx="12192000" cy="1325563"/>
          </a:xfrm>
        </p:spPr>
        <p:txBody>
          <a:bodyPr>
            <a:normAutofit/>
          </a:bodyPr>
          <a:lstStyle/>
          <a:p>
            <a:pPr algn="ctr"/>
            <a:r>
              <a:rPr lang="en-US" sz="3600"/>
              <a:t>Read Classification</a:t>
            </a:r>
          </a:p>
        </p:txBody>
      </p:sp>
      <p:sp>
        <p:nvSpPr>
          <p:cNvPr id="6" name="Content Placeholder 5">
            <a:extLst>
              <a:ext uri="{FF2B5EF4-FFF2-40B4-BE49-F238E27FC236}">
                <a16:creationId xmlns:a16="http://schemas.microsoft.com/office/drawing/2014/main" id="{48FEB548-4B04-B4D2-D878-53FC857C06DB}"/>
              </a:ext>
            </a:extLst>
          </p:cNvPr>
          <p:cNvSpPr>
            <a:spLocks noGrp="1"/>
          </p:cNvSpPr>
          <p:nvPr>
            <p:ph idx="1"/>
          </p:nvPr>
        </p:nvSpPr>
        <p:spPr>
          <a:xfrm>
            <a:off x="838198" y="1732824"/>
            <a:ext cx="5054602" cy="4678904"/>
          </a:xfrm>
        </p:spPr>
        <p:txBody>
          <a:bodyPr>
            <a:normAutofit/>
          </a:bodyPr>
          <a:lstStyle/>
          <a:p>
            <a:pPr>
              <a:buFontTx/>
              <a:buChar char="-"/>
            </a:pPr>
            <a:r>
              <a:rPr lang="en-US"/>
              <a:t>Kraken2 collects all k-mers from a read</a:t>
            </a:r>
          </a:p>
          <a:p>
            <a:pPr>
              <a:buFontTx/>
              <a:buChar char="-"/>
            </a:pPr>
            <a:r>
              <a:rPr lang="en-US"/>
              <a:t>It tallies the taxonomic IDs of those k-mers</a:t>
            </a:r>
          </a:p>
          <a:p>
            <a:pPr>
              <a:buFontTx/>
              <a:buChar char="-"/>
            </a:pPr>
            <a:r>
              <a:rPr lang="en-US"/>
              <a:t>The read is assigned to the taxon with the most k-</a:t>
            </a:r>
            <a:r>
              <a:rPr lang="en-US" err="1"/>
              <a:t>mer</a:t>
            </a:r>
            <a:r>
              <a:rPr lang="en-US"/>
              <a:t> support (majority vote)</a:t>
            </a:r>
          </a:p>
        </p:txBody>
      </p:sp>
      <p:pic>
        <p:nvPicPr>
          <p:cNvPr id="5122" name="Picture 2" descr="A diagram of a tree&#10;&#10;AI-generated content may be incorrect.">
            <a:extLst>
              <a:ext uri="{FF2B5EF4-FFF2-40B4-BE49-F238E27FC236}">
                <a16:creationId xmlns:a16="http://schemas.microsoft.com/office/drawing/2014/main" id="{0C56C818-DCEF-4F4F-2E5C-8ECC7B1FFA3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11" r="-1"/>
          <a:stretch>
            <a:fillRect/>
          </a:stretch>
        </p:blipFill>
        <p:spPr bwMode="auto">
          <a:xfrm>
            <a:off x="6095999" y="1986782"/>
            <a:ext cx="5770035" cy="380441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kraken2 - Bactopia">
            <a:extLst>
              <a:ext uri="{FF2B5EF4-FFF2-40B4-BE49-F238E27FC236}">
                <a16:creationId xmlns:a16="http://schemas.microsoft.com/office/drawing/2014/main" id="{6F5A419F-ACCA-2665-01D8-5428A2F313D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410" t="25050" r="65267" b="58122"/>
          <a:stretch>
            <a:fillRect/>
          </a:stretch>
        </p:blipFill>
        <p:spPr bwMode="auto">
          <a:xfrm>
            <a:off x="222759" y="189054"/>
            <a:ext cx="1765699" cy="51443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9A264E7-C100-8561-714E-4B550F5F4B00}"/>
              </a:ext>
            </a:extLst>
          </p:cNvPr>
          <p:cNvSpPr txBox="1"/>
          <p:nvPr/>
        </p:nvSpPr>
        <p:spPr>
          <a:xfrm>
            <a:off x="11285705" y="0"/>
            <a:ext cx="838200" cy="707886"/>
          </a:xfrm>
          <a:prstGeom prst="rect">
            <a:avLst/>
          </a:prstGeom>
          <a:noFill/>
        </p:spPr>
        <p:txBody>
          <a:bodyPr wrap="square" rtlCol="0">
            <a:spAutoFit/>
          </a:bodyPr>
          <a:lstStyle/>
          <a:p>
            <a:pPr algn="ctr"/>
            <a:r>
              <a:rPr lang="en-US" sz="4000" b="1">
                <a:solidFill>
                  <a:schemeClr val="accent1"/>
                </a:solidFill>
              </a:rPr>
              <a:t>2</a:t>
            </a:r>
          </a:p>
        </p:txBody>
      </p:sp>
    </p:spTree>
    <p:extLst>
      <p:ext uri="{BB962C8B-B14F-4D97-AF65-F5344CB8AC3E}">
        <p14:creationId xmlns:p14="http://schemas.microsoft.com/office/powerpoint/2010/main" val="4377073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711D0-319D-82CE-4415-E919913E64EA}"/>
            </a:ext>
          </a:extLst>
        </p:cNvPr>
        <p:cNvGrpSpPr/>
        <p:nvPr/>
      </p:nvGrpSpPr>
      <p:grpSpPr>
        <a:xfrm>
          <a:off x="0" y="0"/>
          <a:ext cx="0" cy="0"/>
          <a:chOff x="0" y="0"/>
          <a:chExt cx="0" cy="0"/>
        </a:xfrm>
      </p:grpSpPr>
      <p:pic>
        <p:nvPicPr>
          <p:cNvPr id="7" name="Picture 2" descr="FAQ: Kraken2 and the k-mer approach for taxonomy classification / Microbiome">
            <a:extLst>
              <a:ext uri="{FF2B5EF4-FFF2-40B4-BE49-F238E27FC236}">
                <a16:creationId xmlns:a16="http://schemas.microsoft.com/office/drawing/2014/main" id="{0243EE50-2956-F93B-58A2-F9222FD171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3170" y="2423778"/>
            <a:ext cx="5168830" cy="307316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7EE8235-7FD0-A2DE-33BA-47C8848C7763}"/>
              </a:ext>
            </a:extLst>
          </p:cNvPr>
          <p:cNvSpPr>
            <a:spLocks noGrp="1"/>
          </p:cNvSpPr>
          <p:nvPr>
            <p:ph type="title"/>
          </p:nvPr>
        </p:nvSpPr>
        <p:spPr>
          <a:xfrm>
            <a:off x="0" y="104565"/>
            <a:ext cx="12192000" cy="1325563"/>
          </a:xfrm>
        </p:spPr>
        <p:txBody>
          <a:bodyPr>
            <a:normAutofit/>
          </a:bodyPr>
          <a:lstStyle/>
          <a:p>
            <a:pPr algn="ctr"/>
            <a:r>
              <a:rPr lang="en-US" sz="3600"/>
              <a:t>Kraken2 Method Overview</a:t>
            </a:r>
          </a:p>
        </p:txBody>
      </p:sp>
      <p:sp>
        <p:nvSpPr>
          <p:cNvPr id="5" name="Content Placeholder 4">
            <a:extLst>
              <a:ext uri="{FF2B5EF4-FFF2-40B4-BE49-F238E27FC236}">
                <a16:creationId xmlns:a16="http://schemas.microsoft.com/office/drawing/2014/main" id="{7F62DFEB-823F-A022-EC23-00D521685F19}"/>
              </a:ext>
            </a:extLst>
          </p:cNvPr>
          <p:cNvSpPr>
            <a:spLocks noGrp="1"/>
          </p:cNvSpPr>
          <p:nvPr>
            <p:ph idx="1"/>
          </p:nvPr>
        </p:nvSpPr>
        <p:spPr>
          <a:xfrm>
            <a:off x="375063" y="1491683"/>
            <a:ext cx="6868886" cy="5366317"/>
          </a:xfrm>
        </p:spPr>
        <p:txBody>
          <a:bodyPr>
            <a:normAutofit fontScale="77500" lnSpcReduction="20000"/>
          </a:bodyPr>
          <a:lstStyle/>
          <a:p>
            <a:pPr marL="514350" indent="-514350">
              <a:spcBef>
                <a:spcPts val="1600"/>
              </a:spcBef>
              <a:buFont typeface="+mj-lt"/>
              <a:buAutoNum type="arabicPeriod"/>
            </a:pPr>
            <a:r>
              <a:rPr lang="en-US"/>
              <a:t>Uses a database built from reference genomes</a:t>
            </a:r>
          </a:p>
          <a:p>
            <a:pPr marL="514350" indent="-514350">
              <a:spcBef>
                <a:spcPts val="1600"/>
              </a:spcBef>
              <a:buFont typeface="+mj-lt"/>
              <a:buAutoNum type="arabicPeriod"/>
            </a:pPr>
            <a:r>
              <a:rPr lang="en-US"/>
              <a:t>Each reference is broken into small subsequences called k-mers</a:t>
            </a:r>
          </a:p>
          <a:p>
            <a:pPr marL="514350" indent="-514350">
              <a:spcBef>
                <a:spcPts val="1600"/>
              </a:spcBef>
              <a:buFont typeface="+mj-lt"/>
              <a:buAutoNum type="arabicPeriod"/>
            </a:pPr>
            <a:r>
              <a:rPr lang="en-US"/>
              <a:t>Each k-</a:t>
            </a:r>
            <a:r>
              <a:rPr lang="en-US" err="1"/>
              <a:t>mer</a:t>
            </a:r>
            <a:r>
              <a:rPr lang="en-US"/>
              <a:t> is associated with the lowest common ancestor (LCA) of all genomes in which that k-</a:t>
            </a:r>
            <a:r>
              <a:rPr lang="en-US" err="1"/>
              <a:t>mer</a:t>
            </a:r>
            <a:r>
              <a:rPr lang="en-US"/>
              <a:t> appears in the taxonomy tree</a:t>
            </a:r>
          </a:p>
          <a:p>
            <a:pPr marL="514350" indent="-514350">
              <a:spcBef>
                <a:spcPts val="1600"/>
              </a:spcBef>
              <a:buFont typeface="+mj-lt"/>
              <a:buAutoNum type="arabicPeriod"/>
            </a:pPr>
            <a:r>
              <a:rPr lang="en-US"/>
              <a:t>Each </a:t>
            </a:r>
            <a:r>
              <a:rPr lang="en-US" err="1"/>
              <a:t>fastq</a:t>
            </a:r>
            <a:r>
              <a:rPr lang="en-US"/>
              <a:t> file is scanned for its k-mers</a:t>
            </a:r>
          </a:p>
          <a:p>
            <a:pPr marL="514350" indent="-514350">
              <a:spcBef>
                <a:spcPts val="1600"/>
              </a:spcBef>
              <a:buFont typeface="+mj-lt"/>
              <a:buAutoNum type="arabicPeriod"/>
            </a:pPr>
            <a:r>
              <a:rPr lang="en-US"/>
              <a:t>For each k-</a:t>
            </a:r>
            <a:r>
              <a:rPr lang="en-US" err="1"/>
              <a:t>mer</a:t>
            </a:r>
            <a:r>
              <a:rPr lang="en-US"/>
              <a:t>, Kraken2 looks up taxonomic ID</a:t>
            </a:r>
          </a:p>
          <a:p>
            <a:pPr marL="514350" indent="-514350">
              <a:spcBef>
                <a:spcPts val="1600"/>
              </a:spcBef>
              <a:buFont typeface="+mj-lt"/>
              <a:buAutoNum type="arabicPeriod"/>
            </a:pPr>
            <a:r>
              <a:rPr lang="en-US"/>
              <a:t>Counts how many k-mers in that read match each taxon</a:t>
            </a:r>
          </a:p>
          <a:p>
            <a:pPr marL="514350" indent="-514350">
              <a:spcBef>
                <a:spcPts val="1600"/>
              </a:spcBef>
              <a:buFont typeface="+mj-lt"/>
              <a:buAutoNum type="arabicPeriod"/>
            </a:pPr>
            <a:r>
              <a:rPr lang="en-US"/>
              <a:t>Read is assigned to the taxon with the highest support, using a majority vote across its k-mers</a:t>
            </a:r>
          </a:p>
          <a:p>
            <a:pPr marL="514350" indent="-514350">
              <a:spcBef>
                <a:spcPts val="1600"/>
              </a:spcBef>
              <a:buFont typeface="+mj-lt"/>
              <a:buAutoNum type="arabicPeriod"/>
            </a:pPr>
            <a:r>
              <a:rPr lang="en-US"/>
              <a:t>If k-mers match multiple taxa, Kraken2 assigns the read to their lowest common ancestor (LCA)</a:t>
            </a:r>
          </a:p>
        </p:txBody>
      </p:sp>
      <p:pic>
        <p:nvPicPr>
          <p:cNvPr id="3" name="Picture 2" descr="kraken2 - Bactopia">
            <a:extLst>
              <a:ext uri="{FF2B5EF4-FFF2-40B4-BE49-F238E27FC236}">
                <a16:creationId xmlns:a16="http://schemas.microsoft.com/office/drawing/2014/main" id="{2C28481E-C0FE-8B13-8154-C84F984FEDC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410" t="25050" r="65267" b="58122"/>
          <a:stretch>
            <a:fillRect/>
          </a:stretch>
        </p:blipFill>
        <p:spPr bwMode="auto">
          <a:xfrm>
            <a:off x="222759" y="189054"/>
            <a:ext cx="1765699" cy="51443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A5567F0-BC9C-ED45-FF0B-F0CD848A87C4}"/>
              </a:ext>
            </a:extLst>
          </p:cNvPr>
          <p:cNvSpPr txBox="1"/>
          <p:nvPr/>
        </p:nvSpPr>
        <p:spPr>
          <a:xfrm>
            <a:off x="11285705" y="0"/>
            <a:ext cx="838200" cy="707886"/>
          </a:xfrm>
          <a:prstGeom prst="rect">
            <a:avLst/>
          </a:prstGeom>
          <a:noFill/>
        </p:spPr>
        <p:txBody>
          <a:bodyPr wrap="square" rtlCol="0">
            <a:spAutoFit/>
          </a:bodyPr>
          <a:lstStyle/>
          <a:p>
            <a:pPr algn="ctr"/>
            <a:r>
              <a:rPr lang="en-US" sz="4000" b="1">
                <a:solidFill>
                  <a:schemeClr val="accent1"/>
                </a:solidFill>
              </a:rPr>
              <a:t>2</a:t>
            </a:r>
          </a:p>
        </p:txBody>
      </p:sp>
    </p:spTree>
    <p:extLst>
      <p:ext uri="{BB962C8B-B14F-4D97-AF65-F5344CB8AC3E}">
        <p14:creationId xmlns:p14="http://schemas.microsoft.com/office/powerpoint/2010/main" val="4089087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59310-BB1C-7BE8-97C2-FAEAA7B771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761383-303D-5212-A08E-C410CCF61C79}"/>
              </a:ext>
            </a:extLst>
          </p:cNvPr>
          <p:cNvSpPr>
            <a:spLocks noGrp="1"/>
          </p:cNvSpPr>
          <p:nvPr>
            <p:ph type="title"/>
          </p:nvPr>
        </p:nvSpPr>
        <p:spPr>
          <a:xfrm>
            <a:off x="0" y="104565"/>
            <a:ext cx="12192000" cy="1325563"/>
          </a:xfrm>
        </p:spPr>
        <p:txBody>
          <a:bodyPr>
            <a:normAutofit/>
          </a:bodyPr>
          <a:lstStyle/>
          <a:p>
            <a:pPr algn="ctr"/>
            <a:r>
              <a:rPr lang="en-US" sz="3600"/>
              <a:t>Kraken2 Output</a:t>
            </a:r>
          </a:p>
        </p:txBody>
      </p:sp>
      <p:sp>
        <p:nvSpPr>
          <p:cNvPr id="6" name="Content Placeholder 5">
            <a:extLst>
              <a:ext uri="{FF2B5EF4-FFF2-40B4-BE49-F238E27FC236}">
                <a16:creationId xmlns:a16="http://schemas.microsoft.com/office/drawing/2014/main" id="{FB413FBA-70F0-0BEF-6B57-7AC8DAB22D9D}"/>
              </a:ext>
            </a:extLst>
          </p:cNvPr>
          <p:cNvSpPr>
            <a:spLocks noGrp="1"/>
          </p:cNvSpPr>
          <p:nvPr>
            <p:ph idx="1"/>
          </p:nvPr>
        </p:nvSpPr>
        <p:spPr>
          <a:xfrm>
            <a:off x="838197" y="1732824"/>
            <a:ext cx="10584545" cy="4678904"/>
          </a:xfrm>
        </p:spPr>
        <p:txBody>
          <a:bodyPr>
            <a:normAutofit/>
          </a:bodyPr>
          <a:lstStyle/>
          <a:p>
            <a:pPr marL="0" indent="0">
              <a:buNone/>
            </a:pPr>
            <a:r>
              <a:rPr lang="en-US" sz="3000" b="1" err="1"/>
              <a:t>Ouput</a:t>
            </a:r>
            <a:endParaRPr lang="en-US" sz="3000" b="1"/>
          </a:p>
          <a:p>
            <a:pPr>
              <a:buFontTx/>
              <a:buChar char="-"/>
            </a:pPr>
            <a:r>
              <a:rPr lang="en-US"/>
              <a:t>Classification file (.kraken2)</a:t>
            </a:r>
          </a:p>
          <a:p>
            <a:pPr>
              <a:buFontTx/>
              <a:buChar char="-"/>
            </a:pPr>
            <a:r>
              <a:rPr lang="en-US"/>
              <a:t>Summary report (.report)</a:t>
            </a:r>
          </a:p>
          <a:p>
            <a:pPr>
              <a:buFontTx/>
              <a:buChar char="-"/>
            </a:pPr>
            <a:r>
              <a:rPr lang="en-US"/>
              <a:t>Output then is used with Bracken for abundance estimation</a:t>
            </a:r>
          </a:p>
        </p:txBody>
      </p:sp>
      <p:pic>
        <p:nvPicPr>
          <p:cNvPr id="4" name="Picture 3" descr="kraken2 - Bactopia">
            <a:extLst>
              <a:ext uri="{FF2B5EF4-FFF2-40B4-BE49-F238E27FC236}">
                <a16:creationId xmlns:a16="http://schemas.microsoft.com/office/drawing/2014/main" id="{03D03926-9CD0-5EF5-671C-B58EEB40378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10" t="25050" r="65267" b="58122"/>
          <a:stretch>
            <a:fillRect/>
          </a:stretch>
        </p:blipFill>
        <p:spPr bwMode="auto">
          <a:xfrm>
            <a:off x="222759" y="189054"/>
            <a:ext cx="1765699" cy="51443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6A4F3E4-C286-7C95-4D3C-11EF3C0ECDFE}"/>
              </a:ext>
            </a:extLst>
          </p:cNvPr>
          <p:cNvSpPr txBox="1"/>
          <p:nvPr/>
        </p:nvSpPr>
        <p:spPr>
          <a:xfrm>
            <a:off x="11285705" y="0"/>
            <a:ext cx="838200" cy="707886"/>
          </a:xfrm>
          <a:prstGeom prst="rect">
            <a:avLst/>
          </a:prstGeom>
          <a:noFill/>
        </p:spPr>
        <p:txBody>
          <a:bodyPr wrap="square" rtlCol="0">
            <a:spAutoFit/>
          </a:bodyPr>
          <a:lstStyle/>
          <a:p>
            <a:pPr algn="ctr"/>
            <a:r>
              <a:rPr lang="en-US" sz="4000" b="1">
                <a:solidFill>
                  <a:schemeClr val="accent1"/>
                </a:solidFill>
              </a:rPr>
              <a:t>2</a:t>
            </a:r>
          </a:p>
        </p:txBody>
      </p:sp>
    </p:spTree>
    <p:extLst>
      <p:ext uri="{BB962C8B-B14F-4D97-AF65-F5344CB8AC3E}">
        <p14:creationId xmlns:p14="http://schemas.microsoft.com/office/powerpoint/2010/main" val="3543749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0ECD4-0D5A-C0A4-262B-D9587CEBE89A}"/>
              </a:ext>
            </a:extLst>
          </p:cNvPr>
          <p:cNvSpPr>
            <a:spLocks noGrp="1"/>
          </p:cNvSpPr>
          <p:nvPr>
            <p:ph type="title"/>
          </p:nvPr>
        </p:nvSpPr>
        <p:spPr/>
        <p:txBody>
          <a:bodyPr>
            <a:normAutofit/>
          </a:bodyPr>
          <a:lstStyle/>
          <a:p>
            <a:pPr algn="ctr"/>
            <a:r>
              <a:rPr lang="en-US" sz="3600"/>
              <a:t>Inferring relative abundances with Bracken</a:t>
            </a:r>
          </a:p>
        </p:txBody>
      </p:sp>
      <p:sp>
        <p:nvSpPr>
          <p:cNvPr id="3" name="Content Placeholder 2">
            <a:extLst>
              <a:ext uri="{FF2B5EF4-FFF2-40B4-BE49-F238E27FC236}">
                <a16:creationId xmlns:a16="http://schemas.microsoft.com/office/drawing/2014/main" id="{C870B209-4DC4-08D3-F010-C8AE90837813}"/>
              </a:ext>
            </a:extLst>
          </p:cNvPr>
          <p:cNvSpPr>
            <a:spLocks noGrp="1"/>
          </p:cNvSpPr>
          <p:nvPr>
            <p:ph idx="1"/>
          </p:nvPr>
        </p:nvSpPr>
        <p:spPr>
          <a:xfrm>
            <a:off x="838200" y="2141537"/>
            <a:ext cx="10515600" cy="4351338"/>
          </a:xfrm>
        </p:spPr>
        <p:txBody>
          <a:bodyPr/>
          <a:lstStyle/>
          <a:p>
            <a:r>
              <a:rPr lang="en-US"/>
              <a:t>Bayesian Re-estimation of Abundances after Classification with Kraken</a:t>
            </a:r>
          </a:p>
          <a:p>
            <a:r>
              <a:rPr lang="en-US"/>
              <a:t>Uses Kraken2 output to estimate species abundance</a:t>
            </a:r>
          </a:p>
          <a:p>
            <a:r>
              <a:rPr lang="en-US"/>
              <a:t>Kraken2 assigns reads to the lowest common ancestor (LCA) based on shared k-mers</a:t>
            </a:r>
          </a:p>
          <a:p>
            <a:pPr lvl="1"/>
            <a:r>
              <a:rPr lang="en-US"/>
              <a:t>Can underestimate species-level abundance because reads shared across taxa are assigned to higher taxonomic levels</a:t>
            </a:r>
          </a:p>
          <a:p>
            <a:r>
              <a:rPr lang="en-US"/>
              <a:t>Bracken corrects this by redistributing reads to more specific taxa using a statistical model</a:t>
            </a:r>
          </a:p>
        </p:txBody>
      </p:sp>
      <p:sp>
        <p:nvSpPr>
          <p:cNvPr id="4" name="TextBox 3">
            <a:extLst>
              <a:ext uri="{FF2B5EF4-FFF2-40B4-BE49-F238E27FC236}">
                <a16:creationId xmlns:a16="http://schemas.microsoft.com/office/drawing/2014/main" id="{2A2668F7-3F9F-7127-523E-0FBBDBAF15E1}"/>
              </a:ext>
            </a:extLst>
          </p:cNvPr>
          <p:cNvSpPr txBox="1"/>
          <p:nvPr/>
        </p:nvSpPr>
        <p:spPr>
          <a:xfrm>
            <a:off x="11285705" y="0"/>
            <a:ext cx="838200" cy="707886"/>
          </a:xfrm>
          <a:prstGeom prst="rect">
            <a:avLst/>
          </a:prstGeom>
          <a:noFill/>
        </p:spPr>
        <p:txBody>
          <a:bodyPr wrap="square" rtlCol="0">
            <a:spAutoFit/>
          </a:bodyPr>
          <a:lstStyle/>
          <a:p>
            <a:pPr algn="ctr"/>
            <a:r>
              <a:rPr lang="en-US" sz="4000" b="1">
                <a:solidFill>
                  <a:schemeClr val="accent1"/>
                </a:solidFill>
              </a:rPr>
              <a:t>3</a:t>
            </a:r>
          </a:p>
        </p:txBody>
      </p:sp>
    </p:spTree>
    <p:extLst>
      <p:ext uri="{BB962C8B-B14F-4D97-AF65-F5344CB8AC3E}">
        <p14:creationId xmlns:p14="http://schemas.microsoft.com/office/powerpoint/2010/main" val="1626397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1B0B5-3690-8579-F3A7-D181D10D634F}"/>
              </a:ext>
            </a:extLst>
          </p:cNvPr>
          <p:cNvSpPr>
            <a:spLocks noGrp="1"/>
          </p:cNvSpPr>
          <p:nvPr>
            <p:ph type="title"/>
          </p:nvPr>
        </p:nvSpPr>
        <p:spPr/>
        <p:txBody>
          <a:bodyPr>
            <a:normAutofit/>
          </a:bodyPr>
          <a:lstStyle/>
          <a:p>
            <a:pPr algn="ctr"/>
            <a:r>
              <a:rPr lang="en-US" sz="3600"/>
              <a:t>Incorrect Classifications</a:t>
            </a:r>
          </a:p>
        </p:txBody>
      </p:sp>
      <p:sp>
        <p:nvSpPr>
          <p:cNvPr id="3" name="Content Placeholder 2">
            <a:extLst>
              <a:ext uri="{FF2B5EF4-FFF2-40B4-BE49-F238E27FC236}">
                <a16:creationId xmlns:a16="http://schemas.microsoft.com/office/drawing/2014/main" id="{1DD7610D-CA0A-D3D8-16CF-2752D5A02635}"/>
              </a:ext>
            </a:extLst>
          </p:cNvPr>
          <p:cNvSpPr>
            <a:spLocks noGrp="1"/>
          </p:cNvSpPr>
          <p:nvPr>
            <p:ph idx="1"/>
          </p:nvPr>
        </p:nvSpPr>
        <p:spPr/>
        <p:txBody>
          <a:bodyPr/>
          <a:lstStyle/>
          <a:p>
            <a:r>
              <a:rPr lang="en-US"/>
              <a:t>Shared k-mers across closely related taxa</a:t>
            </a:r>
          </a:p>
          <a:p>
            <a:r>
              <a:rPr lang="en-US"/>
              <a:t>Reads from conserved genes may match multiple taxa</a:t>
            </a:r>
          </a:p>
          <a:p>
            <a:r>
              <a:rPr lang="en-US"/>
              <a:t>References genomes mislabeled or contaminated</a:t>
            </a:r>
          </a:p>
        </p:txBody>
      </p:sp>
    </p:spTree>
    <p:extLst>
      <p:ext uri="{BB962C8B-B14F-4D97-AF65-F5344CB8AC3E}">
        <p14:creationId xmlns:p14="http://schemas.microsoft.com/office/powerpoint/2010/main" val="20922283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FB41A-5F9F-9258-172F-8A9914BCD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A1FD0C-4D4F-11B6-165A-EDED1317E92D}"/>
              </a:ext>
            </a:extLst>
          </p:cNvPr>
          <p:cNvSpPr>
            <a:spLocks noGrp="1"/>
          </p:cNvSpPr>
          <p:nvPr>
            <p:ph type="title"/>
          </p:nvPr>
        </p:nvSpPr>
        <p:spPr/>
        <p:txBody>
          <a:bodyPr>
            <a:normAutofit/>
          </a:bodyPr>
          <a:lstStyle/>
          <a:p>
            <a:pPr algn="ctr"/>
            <a:r>
              <a:rPr lang="en-US" sz="3600"/>
              <a:t>How to mitigate incorrect taxonomic assignments</a:t>
            </a:r>
          </a:p>
        </p:txBody>
      </p:sp>
      <p:sp>
        <p:nvSpPr>
          <p:cNvPr id="3" name="Content Placeholder 2">
            <a:extLst>
              <a:ext uri="{FF2B5EF4-FFF2-40B4-BE49-F238E27FC236}">
                <a16:creationId xmlns:a16="http://schemas.microsoft.com/office/drawing/2014/main" id="{4F80435F-7A44-471E-94D6-AF3BDFAA9A3A}"/>
              </a:ext>
            </a:extLst>
          </p:cNvPr>
          <p:cNvSpPr>
            <a:spLocks noGrp="1"/>
          </p:cNvSpPr>
          <p:nvPr>
            <p:ph idx="1"/>
          </p:nvPr>
        </p:nvSpPr>
        <p:spPr/>
        <p:txBody>
          <a:bodyPr/>
          <a:lstStyle/>
          <a:p>
            <a:r>
              <a:rPr lang="en-US"/>
              <a:t>Filter out low-quality reads before classification</a:t>
            </a:r>
          </a:p>
          <a:p>
            <a:r>
              <a:rPr lang="en-US"/>
              <a:t>Build a custom database with only relevant taxa</a:t>
            </a:r>
          </a:p>
          <a:p>
            <a:pPr lvl="1"/>
            <a:r>
              <a:rPr lang="en-US"/>
              <a:t>Reduces noise</a:t>
            </a:r>
          </a:p>
          <a:p>
            <a:r>
              <a:rPr lang="en-US"/>
              <a:t>Use longer k-mers</a:t>
            </a:r>
          </a:p>
          <a:p>
            <a:pPr lvl="1"/>
            <a:r>
              <a:rPr lang="en-US"/>
              <a:t>Default is 35 bp</a:t>
            </a:r>
          </a:p>
          <a:p>
            <a:pPr lvl="1"/>
            <a:r>
              <a:rPr lang="en-US"/>
              <a:t>Longer k-</a:t>
            </a:r>
            <a:r>
              <a:rPr lang="en-US" err="1"/>
              <a:t>mer</a:t>
            </a:r>
            <a:r>
              <a:rPr lang="en-US"/>
              <a:t>, fewer false positives</a:t>
            </a:r>
          </a:p>
          <a:p>
            <a:r>
              <a:rPr lang="en-US"/>
              <a:t>Adjust confidence threshold</a:t>
            </a:r>
          </a:p>
          <a:p>
            <a:pPr lvl="1"/>
            <a:r>
              <a:rPr lang="en-US"/>
              <a:t>Fraction of k-mers matching a taxon</a:t>
            </a:r>
          </a:p>
        </p:txBody>
      </p:sp>
    </p:spTree>
    <p:extLst>
      <p:ext uri="{BB962C8B-B14F-4D97-AF65-F5344CB8AC3E}">
        <p14:creationId xmlns:p14="http://schemas.microsoft.com/office/powerpoint/2010/main" val="30663616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F682C-174F-0076-2A19-A9F83F0B4974}"/>
              </a:ext>
            </a:extLst>
          </p:cNvPr>
          <p:cNvSpPr>
            <a:spLocks noGrp="1"/>
          </p:cNvSpPr>
          <p:nvPr>
            <p:ph type="title"/>
          </p:nvPr>
        </p:nvSpPr>
        <p:spPr/>
        <p:txBody>
          <a:bodyPr/>
          <a:lstStyle/>
          <a:p>
            <a:pPr algn="ctr"/>
            <a:r>
              <a:rPr lang="en-US"/>
              <a:t>Visualization: </a:t>
            </a:r>
            <a:br>
              <a:rPr lang="en-US"/>
            </a:br>
            <a:r>
              <a:rPr lang="en-US"/>
              <a:t>RStudio</a:t>
            </a:r>
          </a:p>
        </p:txBody>
      </p:sp>
      <p:pic>
        <p:nvPicPr>
          <p:cNvPr id="5" name="Content Placeholder 4" descr="A screen shot of a graph&#10;&#10;AI-generated content may be incorrect.">
            <a:extLst>
              <a:ext uri="{FF2B5EF4-FFF2-40B4-BE49-F238E27FC236}">
                <a16:creationId xmlns:a16="http://schemas.microsoft.com/office/drawing/2014/main" id="{74FCB8F2-0E4B-B195-739E-526E23BC673C}"/>
              </a:ext>
            </a:extLst>
          </p:cNvPr>
          <p:cNvPicPr>
            <a:picLocks noGrp="1" noChangeAspect="1"/>
          </p:cNvPicPr>
          <p:nvPr>
            <p:ph idx="1"/>
          </p:nvPr>
        </p:nvPicPr>
        <p:blipFill>
          <a:blip r:embed="rId2"/>
          <a:stretch>
            <a:fillRect/>
          </a:stretch>
        </p:blipFill>
        <p:spPr>
          <a:xfrm>
            <a:off x="2761516" y="2116710"/>
            <a:ext cx="6665088" cy="3995194"/>
          </a:xfrm>
          <a:prstGeom prst="rect">
            <a:avLst/>
          </a:prstGeom>
        </p:spPr>
      </p:pic>
      <p:sp>
        <p:nvSpPr>
          <p:cNvPr id="4" name="TextBox 3">
            <a:extLst>
              <a:ext uri="{FF2B5EF4-FFF2-40B4-BE49-F238E27FC236}">
                <a16:creationId xmlns:a16="http://schemas.microsoft.com/office/drawing/2014/main" id="{1FAA2A04-370F-2310-ECBD-DB1108121093}"/>
              </a:ext>
            </a:extLst>
          </p:cNvPr>
          <p:cNvSpPr txBox="1"/>
          <p:nvPr/>
        </p:nvSpPr>
        <p:spPr>
          <a:xfrm>
            <a:off x="11364756" y="0"/>
            <a:ext cx="759149" cy="707886"/>
          </a:xfrm>
          <a:prstGeom prst="rect">
            <a:avLst/>
          </a:prstGeom>
          <a:noFill/>
        </p:spPr>
        <p:txBody>
          <a:bodyPr wrap="square" lIns="91440" tIns="45720" rIns="91440" bIns="45720" rtlCol="0" anchor="t">
            <a:spAutoFit/>
          </a:bodyPr>
          <a:lstStyle/>
          <a:p>
            <a:pPr algn="ctr"/>
            <a:r>
              <a:rPr lang="en-US" sz="4000" b="1">
                <a:solidFill>
                  <a:schemeClr val="accent1"/>
                </a:solidFill>
              </a:rPr>
              <a:t>4</a:t>
            </a:r>
          </a:p>
        </p:txBody>
      </p:sp>
    </p:spTree>
    <p:extLst>
      <p:ext uri="{BB962C8B-B14F-4D97-AF65-F5344CB8AC3E}">
        <p14:creationId xmlns:p14="http://schemas.microsoft.com/office/powerpoint/2010/main" val="11116921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910F1-3BFB-9B73-A9B8-E969DE0CEF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257817-4020-3962-57FC-9D044A27FEA8}"/>
              </a:ext>
            </a:extLst>
          </p:cNvPr>
          <p:cNvSpPr>
            <a:spLocks noGrp="1"/>
          </p:cNvSpPr>
          <p:nvPr>
            <p:ph type="title"/>
          </p:nvPr>
        </p:nvSpPr>
        <p:spPr>
          <a:xfrm>
            <a:off x="0" y="104565"/>
            <a:ext cx="12192000" cy="1325563"/>
          </a:xfrm>
        </p:spPr>
        <p:txBody>
          <a:bodyPr>
            <a:normAutofit/>
          </a:bodyPr>
          <a:lstStyle/>
          <a:p>
            <a:pPr algn="ctr"/>
            <a:r>
              <a:rPr lang="en-US" sz="3600"/>
              <a:t>Alternative Methods: Kraken2 vs. Kaiju</a:t>
            </a:r>
          </a:p>
        </p:txBody>
      </p:sp>
      <p:graphicFrame>
        <p:nvGraphicFramePr>
          <p:cNvPr id="5" name="Table 4">
            <a:extLst>
              <a:ext uri="{FF2B5EF4-FFF2-40B4-BE49-F238E27FC236}">
                <a16:creationId xmlns:a16="http://schemas.microsoft.com/office/drawing/2014/main" id="{238BB2CF-5CD8-ECA4-7DA9-564CFA199F6B}"/>
              </a:ext>
            </a:extLst>
          </p:cNvPr>
          <p:cNvGraphicFramePr>
            <a:graphicFrameLocks noGrp="1"/>
          </p:cNvGraphicFramePr>
          <p:nvPr/>
        </p:nvGraphicFramePr>
        <p:xfrm>
          <a:off x="398585" y="1676313"/>
          <a:ext cx="11394829" cy="4329420"/>
        </p:xfrm>
        <a:graphic>
          <a:graphicData uri="http://schemas.openxmlformats.org/drawingml/2006/table">
            <a:tbl>
              <a:tblPr firstRow="1" bandRow="1">
                <a:tableStyleId>{5C22544A-7EE6-4342-B048-85BDC9FD1C3A}</a:tableStyleId>
              </a:tblPr>
              <a:tblGrid>
                <a:gridCol w="3557953">
                  <a:extLst>
                    <a:ext uri="{9D8B030D-6E8A-4147-A177-3AD203B41FA5}">
                      <a16:colId xmlns:a16="http://schemas.microsoft.com/office/drawing/2014/main" val="1007360726"/>
                    </a:ext>
                  </a:extLst>
                </a:gridCol>
                <a:gridCol w="7836876">
                  <a:extLst>
                    <a:ext uri="{9D8B030D-6E8A-4147-A177-3AD203B41FA5}">
                      <a16:colId xmlns:a16="http://schemas.microsoft.com/office/drawing/2014/main" val="405340318"/>
                    </a:ext>
                  </a:extLst>
                </a:gridCol>
              </a:tblGrid>
              <a:tr h="2104380">
                <a:tc>
                  <a:txBody>
                    <a:bodyPr/>
                    <a:lstStyle/>
                    <a:p>
                      <a:endParaRPr lang="en-US" sz="20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sz="2000" b="1">
                          <a:solidFill>
                            <a:schemeClr val="tx1"/>
                          </a:solidFill>
                        </a:rPr>
                        <a:t>Nucleotide level search. </a:t>
                      </a:r>
                      <a:r>
                        <a:rPr lang="en-US" sz="2000" b="0">
                          <a:solidFill>
                            <a:schemeClr val="tx1"/>
                          </a:solidFill>
                        </a:rPr>
                        <a:t>Works by exact k-</a:t>
                      </a:r>
                      <a:r>
                        <a:rPr lang="en-US" sz="2000" b="0" err="1">
                          <a:solidFill>
                            <a:schemeClr val="tx1"/>
                          </a:solidFill>
                        </a:rPr>
                        <a:t>mer</a:t>
                      </a:r>
                      <a:r>
                        <a:rPr lang="en-US" sz="2000" b="0">
                          <a:solidFill>
                            <a:schemeClr val="tx1"/>
                          </a:solidFill>
                        </a:rPr>
                        <a:t> matching against DNA databases. Very fast and accurate with short Illumina reads and a comprehensive reference database. Performs best with clean DNA data and relatively complete reference genomes. Sensitive to contamination or sequences with few matches in the reference. Can use in combination with Bracken for better abundance estimations.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595905954"/>
                  </a:ext>
                </a:extLst>
              </a:tr>
              <a:tr h="2181411">
                <a:tc>
                  <a:txBody>
                    <a:bodyPr/>
                    <a:lstStyle/>
                    <a:p>
                      <a:endParaRPr lang="en-US" sz="20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r>
                        <a:rPr lang="en-US" sz="2000" b="1">
                          <a:solidFill>
                            <a:schemeClr val="tx1"/>
                          </a:solidFill>
                        </a:rPr>
                        <a:t>Protein level search. </a:t>
                      </a:r>
                      <a:r>
                        <a:rPr lang="en-US" sz="2000">
                          <a:solidFill>
                            <a:schemeClr val="tx1"/>
                          </a:solidFill>
                        </a:rPr>
                        <a:t>Does protein-level alignment. Handles frameshifts and sequencing errors better. Often more robust for fragmented or low-complexity short reads, and also works well for longer reads. Can be more accurate for unknown or divergent microbes because it works at the protein level. Also good for when you are interested in fungi or microbial eukaryotes that might not be well represented in Kraken2.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606283427"/>
                  </a:ext>
                </a:extLst>
              </a:tr>
            </a:tbl>
          </a:graphicData>
        </a:graphic>
      </p:graphicFrame>
      <p:pic>
        <p:nvPicPr>
          <p:cNvPr id="10" name="Picture 4" descr="Kaiju: Fast and sensitive taxonomic classification for metagenomics">
            <a:extLst>
              <a:ext uri="{FF2B5EF4-FFF2-40B4-BE49-F238E27FC236}">
                <a16:creationId xmlns:a16="http://schemas.microsoft.com/office/drawing/2014/main" id="{2DFF76D5-CE04-33E0-215A-F04D2BC911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153" y="4429360"/>
            <a:ext cx="3176710" cy="96435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kraken2 - Bactopia">
            <a:extLst>
              <a:ext uri="{FF2B5EF4-FFF2-40B4-BE49-F238E27FC236}">
                <a16:creationId xmlns:a16="http://schemas.microsoft.com/office/drawing/2014/main" id="{99FE6A46-3C1A-EDC1-5252-0A2CE765B09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410" t="25050" r="65267" b="58122"/>
          <a:stretch>
            <a:fillRect/>
          </a:stretch>
        </p:blipFill>
        <p:spPr bwMode="auto">
          <a:xfrm>
            <a:off x="911752" y="2286147"/>
            <a:ext cx="2631511" cy="7666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85674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AEAB6-A334-7610-F83D-1BC5C89867F3}"/>
              </a:ext>
            </a:extLst>
          </p:cNvPr>
          <p:cNvSpPr>
            <a:spLocks noGrp="1"/>
          </p:cNvSpPr>
          <p:nvPr>
            <p:ph type="title"/>
          </p:nvPr>
        </p:nvSpPr>
        <p:spPr>
          <a:xfrm>
            <a:off x="-4011" y="4178"/>
            <a:ext cx="10515600" cy="1325563"/>
          </a:xfrm>
        </p:spPr>
        <p:txBody>
          <a:bodyPr/>
          <a:lstStyle/>
          <a:p>
            <a:r>
              <a:rPr lang="en-US"/>
              <a:t>Demo: Kraken2 workflow</a:t>
            </a:r>
          </a:p>
        </p:txBody>
      </p:sp>
      <p:pic>
        <p:nvPicPr>
          <p:cNvPr id="4" name="Picture 3" descr="A diagram of microbiological analysis&#10;&#10;AI-generated content may be incorrect.">
            <a:extLst>
              <a:ext uri="{FF2B5EF4-FFF2-40B4-BE49-F238E27FC236}">
                <a16:creationId xmlns:a16="http://schemas.microsoft.com/office/drawing/2014/main" id="{D116C918-500E-7147-6DCD-697EF448C58F}"/>
              </a:ext>
            </a:extLst>
          </p:cNvPr>
          <p:cNvPicPr>
            <a:picLocks noChangeAspect="1"/>
          </p:cNvPicPr>
          <p:nvPr/>
        </p:nvPicPr>
        <p:blipFill>
          <a:blip r:embed="rId3"/>
          <a:stretch>
            <a:fillRect/>
          </a:stretch>
        </p:blipFill>
        <p:spPr>
          <a:xfrm>
            <a:off x="-5376" y="1028700"/>
            <a:ext cx="7876560" cy="5832987"/>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28D5A358-232A-5147-DFD0-6B3A78AEB5CF}"/>
              </a:ext>
            </a:extLst>
          </p:cNvPr>
          <p:cNvPicPr>
            <a:picLocks noChangeAspect="1"/>
          </p:cNvPicPr>
          <p:nvPr/>
        </p:nvPicPr>
        <p:blipFill>
          <a:blip r:embed="rId4"/>
          <a:stretch>
            <a:fillRect/>
          </a:stretch>
        </p:blipFill>
        <p:spPr>
          <a:xfrm>
            <a:off x="7861505" y="1203989"/>
            <a:ext cx="4175023" cy="1021019"/>
          </a:xfrm>
          <a:prstGeom prst="rect">
            <a:avLst/>
          </a:prstGeom>
        </p:spPr>
      </p:pic>
    </p:spTree>
    <p:extLst>
      <p:ext uri="{BB962C8B-B14F-4D97-AF65-F5344CB8AC3E}">
        <p14:creationId xmlns:p14="http://schemas.microsoft.com/office/powerpoint/2010/main" val="1280379737"/>
      </p:ext>
    </p:extLst>
  </p:cSld>
  <p:clrMapOvr>
    <a:masterClrMapping/>
  </p:clrMapOvr>
</p:sld>
</file>

<file path=ppt/theme/theme1.xml><?xml version="1.0" encoding="utf-8"?>
<a:theme xmlns:a="http://schemas.openxmlformats.org/drawingml/2006/main" name="DAWG">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WG" id="{EA2E6E20-2637-0C4F-B196-53C0888FCBB2}" vid="{761D2CBF-E1AD-D04C-BE2E-B8EBF41042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cf48d45-3ddb-4389-a9c1-c115526eb52e}" enabled="0" method="" siteId="{7cf48d45-3ddb-4389-a9c1-c115526eb52e}" removed="1"/>
</clbl:labelList>
</file>

<file path=docProps/app.xml><?xml version="1.0" encoding="utf-8"?>
<Properties xmlns="http://schemas.openxmlformats.org/officeDocument/2006/extended-properties" xmlns:vt="http://schemas.openxmlformats.org/officeDocument/2006/docPropsVTypes">
  <Template>DAWG</Template>
  <Application>Microsoft Office PowerPoint</Application>
  <PresentationFormat>Widescreen</PresentationFormat>
  <Slides>19</Slides>
  <Notes>13</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DAWG</vt:lpstr>
      <vt:lpstr>DAWG Workshop #2:  Metagenomic Sequencing</vt:lpstr>
      <vt:lpstr>Workshop Objectives</vt:lpstr>
      <vt:lpstr>Amplicon vs. Metagenomics</vt:lpstr>
      <vt:lpstr>Advantages &amp; Limitations</vt:lpstr>
      <vt:lpstr>Methods Overview</vt:lpstr>
      <vt:lpstr>Fastp</vt:lpstr>
      <vt:lpstr>Bowtie2</vt:lpstr>
      <vt:lpstr>Kraken2</vt:lpstr>
      <vt:lpstr>Taxonomic Classification</vt:lpstr>
      <vt:lpstr>Taxonomic Classification</vt:lpstr>
      <vt:lpstr>Read Classification</vt:lpstr>
      <vt:lpstr>Kraken2 Method Overview</vt:lpstr>
      <vt:lpstr>Kraken2 Output</vt:lpstr>
      <vt:lpstr>Inferring relative abundances with Bracken</vt:lpstr>
      <vt:lpstr>Incorrect Classifications</vt:lpstr>
      <vt:lpstr>How to mitigate incorrect taxonomic assignments</vt:lpstr>
      <vt:lpstr>Visualization:  RStudio</vt:lpstr>
      <vt:lpstr>Alternative Methods: Kraken2 vs. Kaiju</vt:lpstr>
      <vt:lpstr>Demo: Kraken2 workflow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Ashley Ohstrom</dc:creator>
  <cp:revision>4</cp:revision>
  <dcterms:created xsi:type="dcterms:W3CDTF">2025-10-22T15:26:25Z</dcterms:created>
  <dcterms:modified xsi:type="dcterms:W3CDTF">2025-11-05T20:39:57Z</dcterms:modified>
</cp:coreProperties>
</file>